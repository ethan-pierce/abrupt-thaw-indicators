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95D9"/>
    <a:srgbClr val="5B28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58"/>
  </p:normalViewPr>
  <p:slideViewPr>
    <p:cSldViewPr snapToGrid="0">
      <p:cViewPr>
        <p:scale>
          <a:sx n="127" d="100"/>
          <a:sy n="127" d="100"/>
        </p:scale>
        <p:origin x="88" y="-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2294F-FF65-1058-F65F-E5FF52F13E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984C12-FD2E-D09F-7E16-307F16CAC7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9" indent="0" algn="ctr">
              <a:buNone/>
              <a:defRPr sz="2000"/>
            </a:lvl2pPr>
            <a:lvl3pPr marL="914418" indent="0" algn="ctr">
              <a:buNone/>
              <a:defRPr sz="1800"/>
            </a:lvl3pPr>
            <a:lvl4pPr marL="1371627" indent="0" algn="ctr">
              <a:buNone/>
              <a:defRPr sz="1600"/>
            </a:lvl4pPr>
            <a:lvl5pPr marL="1828837" indent="0" algn="ctr">
              <a:buNone/>
              <a:defRPr sz="1600"/>
            </a:lvl5pPr>
            <a:lvl6pPr marL="2286046" indent="0" algn="ctr">
              <a:buNone/>
              <a:defRPr sz="1600"/>
            </a:lvl6pPr>
            <a:lvl7pPr marL="2743255" indent="0" algn="ctr">
              <a:buNone/>
              <a:defRPr sz="1600"/>
            </a:lvl7pPr>
            <a:lvl8pPr marL="3200464" indent="0" algn="ctr">
              <a:buNone/>
              <a:defRPr sz="1600"/>
            </a:lvl8pPr>
            <a:lvl9pPr marL="365767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46A6C-F882-DD00-C327-A52CB413C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DFB6E-9C33-264E-B094-69C2B179F5E9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B4E288-DB87-AECB-B04C-B73B4742F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B407F-CAC8-2406-B4B3-4C8A2DBA2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BA53-F9F7-D541-85E0-D5D967F4D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18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D51B0-42C9-54F0-AD1D-21353F502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952C9-9425-65B9-AD0B-D539038AC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79FE37-4372-0F80-F465-EA1358D29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DFB6E-9C33-264E-B094-69C2B179F5E9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02810-7F08-575E-6DCC-E8125809D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B55F75-A3D7-7C65-A248-325E4B621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BA53-F9F7-D541-85E0-D5D967F4D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480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F5440-15A1-8096-03D6-3E45A1270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C4045B-251C-A2CD-3A6C-4FBF08F618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8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2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3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5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6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7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2C601D-9E00-73C7-CC8F-25A6C502C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DFB6E-9C33-264E-B094-69C2B179F5E9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73EB3C-223C-9598-BD8A-EC9561FA8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82AD59-8A65-78B8-C0EE-1FFA2924F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BA53-F9F7-D541-85E0-D5D967F4D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443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5CA62-1667-735A-0B9B-D6E58F3C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E83DF-9935-2BB5-8961-B686E6E903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1574D6-4690-5DE8-2AB5-4DA33EDB2C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CB1A87-D93E-4F9C-80F0-B2B5B564F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DFB6E-9C33-264E-B094-69C2B179F5E9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245E89-632D-2ADC-CDB4-F9408B0FB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EFB1DB-FD36-AB20-B663-2042748F7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BA53-F9F7-D541-85E0-D5D967F4D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176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B4F21-C2B2-B3C2-F689-E5CFD4007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FF7C9A-7E21-2746-A90B-1A329DC218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E0B80C-AB26-5DC6-72A8-98F5EF6234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963E38-02C3-CAC8-0A7D-4BBCEF5891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5046D5-D33A-8850-1DA1-4BF0334C94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2B6484-52B0-41F6-D9E1-D7B2A81BE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DFB6E-9C33-264E-B094-69C2B179F5E9}" type="datetimeFigureOut">
              <a:rPr lang="en-US" smtClean="0"/>
              <a:t>8/11/26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0E600A-C45E-BB82-A613-32006463C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5D2EDB-8D11-15B2-A63B-BA07C71AF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BA53-F9F7-D541-85E0-D5D967F4D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23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97147-9DEC-7DB2-C075-F70D8FCDF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FE7080-DE2B-734C-3F68-238E5FE29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DFB6E-9C33-264E-B094-69C2B179F5E9}" type="datetimeFigureOut">
              <a:rPr lang="en-US" smtClean="0"/>
              <a:t>8/11/26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A99460-5D98-E86D-9F59-50FBB5E0A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DAECEA-0EEA-A375-B64F-1FE37AAB0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BA53-F9F7-D541-85E0-D5D967F4D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515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CC19F7-B810-CE55-A49A-2D8444EF1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DFB6E-9C33-264E-B094-69C2B179F5E9}" type="datetimeFigureOut">
              <a:rPr lang="en-US" smtClean="0"/>
              <a:t>8/11/26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E81BE2-D389-2677-9552-10A617D0A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C3FC0-C409-9BA1-EE47-68EEFC7A9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BA53-F9F7-D541-85E0-D5D967F4D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660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B0549-1BA3-43A9-094E-F0440C465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DE17A-4DF9-66D3-62F0-8B4355FD1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63C679-EEA1-1EA7-FC31-A88D1A7FF2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200105-D353-4E91-9821-C1CB3CA50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DFB6E-9C33-264E-B094-69C2B179F5E9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567965-CBAA-603F-A7FE-18DD7F2AB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34DD6D-84BE-A178-DACB-46D17AE5C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BA53-F9F7-D541-85E0-D5D967F4D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552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CEFE4-67D2-8359-D06F-945B7AE8D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C3327-EFEB-24F8-3A07-7A64643068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9" indent="0">
              <a:buNone/>
              <a:defRPr sz="2800"/>
            </a:lvl2pPr>
            <a:lvl3pPr marL="914418" indent="0">
              <a:buNone/>
              <a:defRPr sz="2400"/>
            </a:lvl3pPr>
            <a:lvl4pPr marL="1371627" indent="0">
              <a:buNone/>
              <a:defRPr sz="2000"/>
            </a:lvl4pPr>
            <a:lvl5pPr marL="1828837" indent="0">
              <a:buNone/>
              <a:defRPr sz="2000"/>
            </a:lvl5pPr>
            <a:lvl6pPr marL="2286046" indent="0">
              <a:buNone/>
              <a:defRPr sz="2000"/>
            </a:lvl6pPr>
            <a:lvl7pPr marL="2743255" indent="0">
              <a:buNone/>
              <a:defRPr sz="2000"/>
            </a:lvl7pPr>
            <a:lvl8pPr marL="3200464" indent="0">
              <a:buNone/>
              <a:defRPr sz="2000"/>
            </a:lvl8pPr>
            <a:lvl9pPr marL="3657673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5FD8D5-534D-8C08-85C2-29C4654453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058801-4B38-13FA-E5DC-AEB20B761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DFB6E-9C33-264E-B094-69C2B179F5E9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F01E69-267D-EBCE-8B20-2EF79CA89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9589CD-2C7A-F122-E0AE-A48751E55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BA53-F9F7-D541-85E0-D5D967F4D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060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A6582-B1B7-F6EC-2CDB-1AFAD3851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F1338F-28CB-2DDE-9E76-CAC93D57D7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B57B54-C3D2-5F2D-E519-D522BE0FD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DFB6E-9C33-264E-B094-69C2B179F5E9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DB5B1D-4905-D568-CC1F-6DA1DC73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0474F4-FB4E-D946-5690-D84A1093A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BA53-F9F7-D541-85E0-D5D967F4D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325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D910C2-7D49-5699-2138-3E1E1EE5D5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23E882-891C-FBCC-7E87-F38373A3D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1765C3-5FFF-ED7E-3CF0-FD739F83E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DFB6E-9C33-264E-B094-69C2B179F5E9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62DB9A-97F2-67E8-DA01-CAC96385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CE975-D504-C836-9C2C-92C89D5F8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ABA53-F9F7-D541-85E0-D5D967F4D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447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D4C1B9-A5A2-BE90-0D1C-FBFFDFCA4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97AB8C-44F2-6192-4BC5-9354B702D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207ACC-E28B-F88C-9425-16B2259F0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CDFB6E-9C33-264E-B094-69C2B179F5E9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0C9005-5A94-62AC-4FBF-AD2BDF698B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FB632-654B-EB1E-D485-BD94F9E9A9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6ABA53-F9F7-D541-85E0-D5D967F4DB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894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914418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4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3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32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41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50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5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6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78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9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8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46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55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64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73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5756822D-F2C9-CD62-4914-55DCD987551F}"/>
              </a:ext>
            </a:extLst>
          </p:cNvPr>
          <p:cNvCxnSpPr>
            <a:cxnSpLocks/>
            <a:stCxn id="92" idx="3"/>
          </p:cNvCxnSpPr>
          <p:nvPr/>
        </p:nvCxnSpPr>
        <p:spPr>
          <a:xfrm flipV="1">
            <a:off x="3820657" y="1820569"/>
            <a:ext cx="3263343" cy="1518808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EE176197-149A-6500-7454-980541F304C0}"/>
              </a:ext>
            </a:extLst>
          </p:cNvPr>
          <p:cNvCxnSpPr>
            <a:cxnSpLocks/>
            <a:stCxn id="92" idx="3"/>
          </p:cNvCxnSpPr>
          <p:nvPr/>
        </p:nvCxnSpPr>
        <p:spPr>
          <a:xfrm>
            <a:off x="3820657" y="3339377"/>
            <a:ext cx="3257510" cy="1765642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3AD57107-71B1-0C65-EDA8-876CC940F176}"/>
              </a:ext>
            </a:extLst>
          </p:cNvPr>
          <p:cNvSpPr txBox="1"/>
          <p:nvPr/>
        </p:nvSpPr>
        <p:spPr>
          <a:xfrm>
            <a:off x="469619" y="1730013"/>
            <a:ext cx="342970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400" dirty="0">
                <a:latin typeface=""/>
              </a:rPr>
              <a:t>Ice-rich permafrost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E916325-D431-EA9C-AFAC-A5044F9272FB}"/>
              </a:ext>
            </a:extLst>
          </p:cNvPr>
          <p:cNvSpPr txBox="1"/>
          <p:nvPr/>
        </p:nvSpPr>
        <p:spPr>
          <a:xfrm>
            <a:off x="7048828" y="218526"/>
            <a:ext cx="342970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400" dirty="0">
                <a:latin typeface=""/>
              </a:rPr>
              <a:t>Non-abrupt thaw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A3716B4-2508-46C9-DE15-7C5027B36353}"/>
              </a:ext>
            </a:extLst>
          </p:cNvPr>
          <p:cNvSpPr txBox="1"/>
          <p:nvPr/>
        </p:nvSpPr>
        <p:spPr>
          <a:xfrm>
            <a:off x="7048828" y="3488094"/>
            <a:ext cx="342970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400" dirty="0">
                <a:latin typeface=""/>
              </a:rPr>
              <a:t>Abrupt thaw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3C3BFF00-B699-14C4-46D1-A84D36BD4BB8}"/>
              </a:ext>
            </a:extLst>
          </p:cNvPr>
          <p:cNvSpPr txBox="1"/>
          <p:nvPr/>
        </p:nvSpPr>
        <p:spPr>
          <a:xfrm>
            <a:off x="7558886" y="2954561"/>
            <a:ext cx="1393853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dirty="0">
                <a:latin typeface=""/>
              </a:rPr>
              <a:t>initial position</a:t>
            </a:r>
          </a:p>
        </p:txBody>
      </p: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5092C890-E954-84BD-27B6-B849C10077E9}"/>
              </a:ext>
            </a:extLst>
          </p:cNvPr>
          <p:cNvCxnSpPr>
            <a:cxnSpLocks/>
          </p:cNvCxnSpPr>
          <p:nvPr/>
        </p:nvCxnSpPr>
        <p:spPr>
          <a:xfrm>
            <a:off x="7080282" y="3104351"/>
            <a:ext cx="478604" cy="0"/>
          </a:xfrm>
          <a:prstGeom prst="line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D592F02A-9FF8-82B3-887B-273D2EB91F94}"/>
              </a:ext>
            </a:extLst>
          </p:cNvPr>
          <p:cNvCxnSpPr>
            <a:cxnSpLocks/>
          </p:cNvCxnSpPr>
          <p:nvPr/>
        </p:nvCxnSpPr>
        <p:spPr>
          <a:xfrm>
            <a:off x="8917934" y="3091297"/>
            <a:ext cx="478604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4487FC61-1D59-864F-2C03-CA5FA0BB7765}"/>
              </a:ext>
            </a:extLst>
          </p:cNvPr>
          <p:cNvSpPr txBox="1"/>
          <p:nvPr/>
        </p:nvSpPr>
        <p:spPr>
          <a:xfrm>
            <a:off x="601957" y="382999"/>
            <a:ext cx="632002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400" dirty="0">
                <a:latin typeface=""/>
              </a:rPr>
              <a:t>(a)</a:t>
            </a:r>
          </a:p>
        </p:txBody>
      </p:sp>
      <p:sp>
        <p:nvSpPr>
          <p:cNvPr id="165" name="Rounded Rectangle 164">
            <a:extLst>
              <a:ext uri="{FF2B5EF4-FFF2-40B4-BE49-F238E27FC236}">
                <a16:creationId xmlns:a16="http://schemas.microsoft.com/office/drawing/2014/main" id="{F5FD66F6-9C48-F69D-E9DD-019B2D79AAE6}"/>
              </a:ext>
            </a:extLst>
          </p:cNvPr>
          <p:cNvSpPr/>
          <p:nvPr/>
        </p:nvSpPr>
        <p:spPr>
          <a:xfrm>
            <a:off x="4337524" y="2868815"/>
            <a:ext cx="2232885" cy="941123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"/>
              </a:rPr>
              <a:t>Thaw mode</a:t>
            </a:r>
          </a:p>
          <a:p>
            <a:pPr algn="ctr"/>
            <a:r>
              <a:rPr lang="en-US" i="1" dirty="0">
                <a:solidFill>
                  <a:schemeClr val="tx1"/>
                </a:solidFill>
                <a:latin typeface=""/>
              </a:rPr>
              <a:t>focus of this study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A09AC4-8A7A-610E-35AE-D6773802D4B0}"/>
              </a:ext>
            </a:extLst>
          </p:cNvPr>
          <p:cNvSpPr txBox="1"/>
          <p:nvPr/>
        </p:nvSpPr>
        <p:spPr>
          <a:xfrm>
            <a:off x="9396538" y="2951230"/>
            <a:ext cx="1393853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dirty="0">
                <a:latin typeface=""/>
              </a:rPr>
              <a:t>later position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A8D96AE-5B41-1F35-2A61-332C3B7739CB}"/>
              </a:ext>
            </a:extLst>
          </p:cNvPr>
          <p:cNvGrpSpPr/>
          <p:nvPr/>
        </p:nvGrpSpPr>
        <p:grpSpPr>
          <a:xfrm>
            <a:off x="312278" y="2192927"/>
            <a:ext cx="3539316" cy="2294240"/>
            <a:chOff x="312278" y="2192927"/>
            <a:chExt cx="3539316" cy="229424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FBDF7524-398F-266E-E8FA-58EA105A376A}"/>
                </a:ext>
              </a:extLst>
            </p:cNvPr>
            <p:cNvSpPr/>
            <p:nvPr/>
          </p:nvSpPr>
          <p:spPr>
            <a:xfrm>
              <a:off x="390948" y="2192927"/>
              <a:ext cx="3429709" cy="22928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D0ABB26C-FF41-2B81-661E-0EFC94D83F6D}"/>
                </a:ext>
              </a:extLst>
            </p:cNvPr>
            <p:cNvSpPr/>
            <p:nvPr/>
          </p:nvSpPr>
          <p:spPr>
            <a:xfrm rot="583769">
              <a:off x="396011" y="2531023"/>
              <a:ext cx="3455583" cy="230455"/>
            </a:xfrm>
            <a:custGeom>
              <a:avLst/>
              <a:gdLst>
                <a:gd name="csX0" fmla="*/ 0 w 3455582"/>
                <a:gd name="csY0" fmla="*/ 212977 h 319302"/>
                <a:gd name="csX1" fmla="*/ 499730 w 3455582"/>
                <a:gd name="csY1" fmla="*/ 325 h 319302"/>
                <a:gd name="csX2" fmla="*/ 978196 w 3455582"/>
                <a:gd name="csY2" fmla="*/ 255507 h 319302"/>
                <a:gd name="csX3" fmla="*/ 1371600 w 3455582"/>
                <a:gd name="csY3" fmla="*/ 10958 h 319302"/>
                <a:gd name="csX4" fmla="*/ 1743740 w 3455582"/>
                <a:gd name="csY4" fmla="*/ 255507 h 319302"/>
                <a:gd name="csX5" fmla="*/ 2126512 w 3455582"/>
                <a:gd name="csY5" fmla="*/ 32223 h 319302"/>
                <a:gd name="csX6" fmla="*/ 2562447 w 3455582"/>
                <a:gd name="csY6" fmla="*/ 298037 h 319302"/>
                <a:gd name="csX7" fmla="*/ 3051544 w 3455582"/>
                <a:gd name="csY7" fmla="*/ 64121 h 319302"/>
                <a:gd name="csX8" fmla="*/ 3455582 w 3455582"/>
                <a:gd name="csY8" fmla="*/ 319302 h 3193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455582" h="319302">
                  <a:moveTo>
                    <a:pt x="0" y="212977"/>
                  </a:moveTo>
                  <a:cubicBezTo>
                    <a:pt x="168348" y="103107"/>
                    <a:pt x="336697" y="-6763"/>
                    <a:pt x="499730" y="325"/>
                  </a:cubicBezTo>
                  <a:cubicBezTo>
                    <a:pt x="662763" y="7413"/>
                    <a:pt x="832884" y="253735"/>
                    <a:pt x="978196" y="255507"/>
                  </a:cubicBezTo>
                  <a:cubicBezTo>
                    <a:pt x="1123508" y="257279"/>
                    <a:pt x="1244009" y="10958"/>
                    <a:pt x="1371600" y="10958"/>
                  </a:cubicBezTo>
                  <a:cubicBezTo>
                    <a:pt x="1499191" y="10958"/>
                    <a:pt x="1617921" y="251963"/>
                    <a:pt x="1743740" y="255507"/>
                  </a:cubicBezTo>
                  <a:cubicBezTo>
                    <a:pt x="1869559" y="259051"/>
                    <a:pt x="1990061" y="25135"/>
                    <a:pt x="2126512" y="32223"/>
                  </a:cubicBezTo>
                  <a:cubicBezTo>
                    <a:pt x="2262963" y="39311"/>
                    <a:pt x="2408275" y="292721"/>
                    <a:pt x="2562447" y="298037"/>
                  </a:cubicBezTo>
                  <a:cubicBezTo>
                    <a:pt x="2716619" y="303353"/>
                    <a:pt x="2902688" y="60577"/>
                    <a:pt x="3051544" y="64121"/>
                  </a:cubicBezTo>
                  <a:cubicBezTo>
                    <a:pt x="3200400" y="67665"/>
                    <a:pt x="3327991" y="193483"/>
                    <a:pt x="3455582" y="319302"/>
                  </a:cubicBezTo>
                </a:path>
              </a:pathLst>
            </a:custGeom>
            <a:noFill/>
            <a:ln w="285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10BDEC4-4C0C-F9CA-9DB2-F2A9F0F4DA4F}"/>
                </a:ext>
              </a:extLst>
            </p:cNvPr>
            <p:cNvSpPr/>
            <p:nvPr/>
          </p:nvSpPr>
          <p:spPr>
            <a:xfrm rot="583769">
              <a:off x="377789" y="3208018"/>
              <a:ext cx="3455583" cy="140994"/>
            </a:xfrm>
            <a:custGeom>
              <a:avLst/>
              <a:gdLst>
                <a:gd name="csX0" fmla="*/ 0 w 3455582"/>
                <a:gd name="csY0" fmla="*/ 212977 h 319302"/>
                <a:gd name="csX1" fmla="*/ 499730 w 3455582"/>
                <a:gd name="csY1" fmla="*/ 325 h 319302"/>
                <a:gd name="csX2" fmla="*/ 978196 w 3455582"/>
                <a:gd name="csY2" fmla="*/ 255507 h 319302"/>
                <a:gd name="csX3" fmla="*/ 1371600 w 3455582"/>
                <a:gd name="csY3" fmla="*/ 10958 h 319302"/>
                <a:gd name="csX4" fmla="*/ 1743740 w 3455582"/>
                <a:gd name="csY4" fmla="*/ 255507 h 319302"/>
                <a:gd name="csX5" fmla="*/ 2126512 w 3455582"/>
                <a:gd name="csY5" fmla="*/ 32223 h 319302"/>
                <a:gd name="csX6" fmla="*/ 2562447 w 3455582"/>
                <a:gd name="csY6" fmla="*/ 298037 h 319302"/>
                <a:gd name="csX7" fmla="*/ 3051544 w 3455582"/>
                <a:gd name="csY7" fmla="*/ 64121 h 319302"/>
                <a:gd name="csX8" fmla="*/ 3455582 w 3455582"/>
                <a:gd name="csY8" fmla="*/ 319302 h 3193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455582" h="319302">
                  <a:moveTo>
                    <a:pt x="0" y="212977"/>
                  </a:moveTo>
                  <a:cubicBezTo>
                    <a:pt x="168348" y="103107"/>
                    <a:pt x="336697" y="-6763"/>
                    <a:pt x="499730" y="325"/>
                  </a:cubicBezTo>
                  <a:cubicBezTo>
                    <a:pt x="662763" y="7413"/>
                    <a:pt x="832884" y="253735"/>
                    <a:pt x="978196" y="255507"/>
                  </a:cubicBezTo>
                  <a:cubicBezTo>
                    <a:pt x="1123508" y="257279"/>
                    <a:pt x="1244009" y="10958"/>
                    <a:pt x="1371600" y="10958"/>
                  </a:cubicBezTo>
                  <a:cubicBezTo>
                    <a:pt x="1499191" y="10958"/>
                    <a:pt x="1617921" y="251963"/>
                    <a:pt x="1743740" y="255507"/>
                  </a:cubicBezTo>
                  <a:cubicBezTo>
                    <a:pt x="1869559" y="259051"/>
                    <a:pt x="1990061" y="25135"/>
                    <a:pt x="2126512" y="32223"/>
                  </a:cubicBezTo>
                  <a:cubicBezTo>
                    <a:pt x="2262963" y="39311"/>
                    <a:pt x="2408275" y="292721"/>
                    <a:pt x="2562447" y="298037"/>
                  </a:cubicBezTo>
                  <a:cubicBezTo>
                    <a:pt x="2716619" y="303353"/>
                    <a:pt x="2902688" y="60577"/>
                    <a:pt x="3051544" y="64121"/>
                  </a:cubicBezTo>
                  <a:cubicBezTo>
                    <a:pt x="3200400" y="67665"/>
                    <a:pt x="3327991" y="193483"/>
                    <a:pt x="3455582" y="319302"/>
                  </a:cubicBezTo>
                </a:path>
              </a:pathLst>
            </a:custGeom>
            <a:noFill/>
            <a:ln w="2857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701B9A63-AFB1-D962-FA13-10F4B3BA34D5}"/>
                </a:ext>
              </a:extLst>
            </p:cNvPr>
            <p:cNvSpPr txBox="1"/>
            <p:nvPr/>
          </p:nvSpPr>
          <p:spPr>
            <a:xfrm>
              <a:off x="312278" y="4179390"/>
              <a:ext cx="1747528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400" dirty="0">
                  <a:latin typeface=""/>
                </a:rPr>
                <a:t>excess ground ice 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628F5FE-7B55-3255-AAF8-3DD328BE70A6}"/>
                </a:ext>
              </a:extLst>
            </p:cNvPr>
            <p:cNvSpPr txBox="1"/>
            <p:nvPr/>
          </p:nvSpPr>
          <p:spPr>
            <a:xfrm>
              <a:off x="1285772" y="2795170"/>
              <a:ext cx="1747528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400" dirty="0">
                  <a:latin typeface=""/>
                </a:rPr>
                <a:t>active layer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35DAE987-025D-BBB6-5F1A-99A246C6E0F1}"/>
                </a:ext>
              </a:extLst>
            </p:cNvPr>
            <p:cNvSpPr txBox="1"/>
            <p:nvPr/>
          </p:nvSpPr>
          <p:spPr>
            <a:xfrm>
              <a:off x="1390134" y="3441952"/>
              <a:ext cx="1747528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400" dirty="0">
                  <a:latin typeface=""/>
                </a:rPr>
                <a:t>permafrost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D8EB7CEC-7ACC-2BB9-544B-EFC01BA3509D}"/>
                </a:ext>
              </a:extLst>
            </p:cNvPr>
            <p:cNvSpPr/>
            <p:nvPr/>
          </p:nvSpPr>
          <p:spPr>
            <a:xfrm>
              <a:off x="469619" y="3579102"/>
              <a:ext cx="1216668" cy="124547"/>
            </a:xfrm>
            <a:custGeom>
              <a:avLst/>
              <a:gdLst>
                <a:gd name="csX0" fmla="*/ 0 w 1216668"/>
                <a:gd name="csY0" fmla="*/ 62274 h 124547"/>
                <a:gd name="csX1" fmla="*/ 608334 w 1216668"/>
                <a:gd name="csY1" fmla="*/ 0 h 124547"/>
                <a:gd name="csX2" fmla="*/ 1216668 w 1216668"/>
                <a:gd name="csY2" fmla="*/ 62274 h 124547"/>
                <a:gd name="csX3" fmla="*/ 608334 w 1216668"/>
                <a:gd name="csY3" fmla="*/ 124548 h 124547"/>
                <a:gd name="csX4" fmla="*/ 0 w 1216668"/>
                <a:gd name="csY4" fmla="*/ 62274 h 124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16668" h="124547" fill="none" extrusionOk="0">
                  <a:moveTo>
                    <a:pt x="0" y="62274"/>
                  </a:moveTo>
                  <a:cubicBezTo>
                    <a:pt x="69609" y="36139"/>
                    <a:pt x="283941" y="-23834"/>
                    <a:pt x="608334" y="0"/>
                  </a:cubicBezTo>
                  <a:cubicBezTo>
                    <a:pt x="942198" y="-323"/>
                    <a:pt x="1210380" y="33802"/>
                    <a:pt x="1216668" y="62274"/>
                  </a:cubicBezTo>
                  <a:cubicBezTo>
                    <a:pt x="1210321" y="36137"/>
                    <a:pt x="897461" y="189653"/>
                    <a:pt x="608334" y="124548"/>
                  </a:cubicBezTo>
                  <a:cubicBezTo>
                    <a:pt x="280563" y="129141"/>
                    <a:pt x="4593" y="97771"/>
                    <a:pt x="0" y="62274"/>
                  </a:cubicBezTo>
                  <a:close/>
                </a:path>
                <a:path w="1216668" h="124547" stroke="0" extrusionOk="0">
                  <a:moveTo>
                    <a:pt x="0" y="62274"/>
                  </a:moveTo>
                  <a:cubicBezTo>
                    <a:pt x="-63163" y="-11080"/>
                    <a:pt x="241817" y="11463"/>
                    <a:pt x="608334" y="0"/>
                  </a:cubicBezTo>
                  <a:cubicBezTo>
                    <a:pt x="948882" y="963"/>
                    <a:pt x="1213890" y="27969"/>
                    <a:pt x="1216668" y="62274"/>
                  </a:cubicBezTo>
                  <a:cubicBezTo>
                    <a:pt x="1184160" y="128413"/>
                    <a:pt x="936241" y="169138"/>
                    <a:pt x="608334" y="124548"/>
                  </a:cubicBezTo>
                  <a:cubicBezTo>
                    <a:pt x="266206" y="121181"/>
                    <a:pt x="2457" y="97841"/>
                    <a:pt x="0" y="62274"/>
                  </a:cubicBezTo>
                  <a:close/>
                </a:path>
              </a:pathLst>
            </a:custGeom>
            <a:pattFill prst="dkUpDiag">
              <a:fgClr>
                <a:schemeClr val="accent1">
                  <a:lumMod val="20000"/>
                  <a:lumOff val="80000"/>
                </a:schemeClr>
              </a:fgClr>
              <a:bgClr>
                <a:schemeClr val="bg1"/>
              </a:bgClr>
            </a:pattFill>
            <a:ln>
              <a:solidFill>
                <a:schemeClr val="accent1">
                  <a:lumMod val="60000"/>
                  <a:lumOff val="40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ellipse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560BC71-51D6-561D-40D1-1D6443916B91}"/>
                </a:ext>
              </a:extLst>
            </p:cNvPr>
            <p:cNvSpPr/>
            <p:nvPr/>
          </p:nvSpPr>
          <p:spPr>
            <a:xfrm>
              <a:off x="2424968" y="3850746"/>
              <a:ext cx="1216663" cy="128248"/>
            </a:xfrm>
            <a:custGeom>
              <a:avLst/>
              <a:gdLst>
                <a:gd name="csX0" fmla="*/ 0 w 1216663"/>
                <a:gd name="csY0" fmla="*/ 64124 h 128248"/>
                <a:gd name="csX1" fmla="*/ 608332 w 1216663"/>
                <a:gd name="csY1" fmla="*/ 0 h 128248"/>
                <a:gd name="csX2" fmla="*/ 1216664 w 1216663"/>
                <a:gd name="csY2" fmla="*/ 64124 h 128248"/>
                <a:gd name="csX3" fmla="*/ 608332 w 1216663"/>
                <a:gd name="csY3" fmla="*/ 128248 h 128248"/>
                <a:gd name="csX4" fmla="*/ 0 w 1216663"/>
                <a:gd name="csY4" fmla="*/ 64124 h 1282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16663" h="128248" fill="none" extrusionOk="0">
                  <a:moveTo>
                    <a:pt x="0" y="64124"/>
                  </a:moveTo>
                  <a:cubicBezTo>
                    <a:pt x="33571" y="32692"/>
                    <a:pt x="283495" y="-22915"/>
                    <a:pt x="608332" y="0"/>
                  </a:cubicBezTo>
                  <a:cubicBezTo>
                    <a:pt x="937376" y="-1061"/>
                    <a:pt x="1213975" y="31241"/>
                    <a:pt x="1216664" y="64124"/>
                  </a:cubicBezTo>
                  <a:cubicBezTo>
                    <a:pt x="1215038" y="84030"/>
                    <a:pt x="930887" y="146893"/>
                    <a:pt x="608332" y="128248"/>
                  </a:cubicBezTo>
                  <a:cubicBezTo>
                    <a:pt x="274924" y="129683"/>
                    <a:pt x="1346" y="99863"/>
                    <a:pt x="0" y="64124"/>
                  </a:cubicBezTo>
                  <a:close/>
                </a:path>
                <a:path w="1216663" h="128248" stroke="0" extrusionOk="0">
                  <a:moveTo>
                    <a:pt x="0" y="64124"/>
                  </a:moveTo>
                  <a:cubicBezTo>
                    <a:pt x="-29864" y="10288"/>
                    <a:pt x="234528" y="14199"/>
                    <a:pt x="608332" y="0"/>
                  </a:cubicBezTo>
                  <a:cubicBezTo>
                    <a:pt x="945248" y="199"/>
                    <a:pt x="1209506" y="28937"/>
                    <a:pt x="1216664" y="64124"/>
                  </a:cubicBezTo>
                  <a:cubicBezTo>
                    <a:pt x="1188848" y="126703"/>
                    <a:pt x="938501" y="160322"/>
                    <a:pt x="608332" y="128248"/>
                  </a:cubicBezTo>
                  <a:cubicBezTo>
                    <a:pt x="267581" y="125633"/>
                    <a:pt x="1784" y="100391"/>
                    <a:pt x="0" y="64124"/>
                  </a:cubicBezTo>
                  <a:close/>
                </a:path>
              </a:pathLst>
            </a:custGeom>
            <a:pattFill prst="dkUpDiag">
              <a:fgClr>
                <a:schemeClr val="accent1">
                  <a:lumMod val="20000"/>
                  <a:lumOff val="80000"/>
                </a:schemeClr>
              </a:fgClr>
              <a:bgClr>
                <a:schemeClr val="bg1"/>
              </a:bgClr>
            </a:pattFill>
            <a:ln cmpd="sng">
              <a:solidFill>
                <a:schemeClr val="accent1">
                  <a:lumMod val="60000"/>
                  <a:lumOff val="40000"/>
                </a:schemeClr>
              </a:solidFill>
              <a:miter lim="800000"/>
              <a:extLst>
                <a:ext uri="{C807C97D-BFC1-408E-A445-0C87EB9F89A2}">
                  <ask:lineSketchStyleProps xmlns:ask="http://schemas.microsoft.com/office/drawing/2018/sketchyshapes" sd="1219033472">
                    <a:prstGeom prst="ellipse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DEAA075-5007-618F-5B36-677D030C2D7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05157" y="3779458"/>
              <a:ext cx="3072" cy="4122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5876508-2085-B2C3-21F4-6178C6A79E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1520" y="4030129"/>
              <a:ext cx="453147" cy="25739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8151747E-748E-9F64-A9E5-93FF46CA784C}"/>
              </a:ext>
            </a:extLst>
          </p:cNvPr>
          <p:cNvSpPr/>
          <p:nvPr/>
        </p:nvSpPr>
        <p:spPr>
          <a:xfrm>
            <a:off x="7073559" y="644606"/>
            <a:ext cx="3429709" cy="22928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77FF3A2-3B9F-05CA-3B2C-A678A89E9AF2}"/>
              </a:ext>
            </a:extLst>
          </p:cNvPr>
          <p:cNvSpPr/>
          <p:nvPr/>
        </p:nvSpPr>
        <p:spPr>
          <a:xfrm rot="583769">
            <a:off x="7078622" y="982702"/>
            <a:ext cx="3455583" cy="230455"/>
          </a:xfrm>
          <a:custGeom>
            <a:avLst/>
            <a:gdLst>
              <a:gd name="csX0" fmla="*/ 0 w 3455582"/>
              <a:gd name="csY0" fmla="*/ 212977 h 319302"/>
              <a:gd name="csX1" fmla="*/ 499730 w 3455582"/>
              <a:gd name="csY1" fmla="*/ 325 h 319302"/>
              <a:gd name="csX2" fmla="*/ 978196 w 3455582"/>
              <a:gd name="csY2" fmla="*/ 255507 h 319302"/>
              <a:gd name="csX3" fmla="*/ 1371600 w 3455582"/>
              <a:gd name="csY3" fmla="*/ 10958 h 319302"/>
              <a:gd name="csX4" fmla="*/ 1743740 w 3455582"/>
              <a:gd name="csY4" fmla="*/ 255507 h 319302"/>
              <a:gd name="csX5" fmla="*/ 2126512 w 3455582"/>
              <a:gd name="csY5" fmla="*/ 32223 h 319302"/>
              <a:gd name="csX6" fmla="*/ 2562447 w 3455582"/>
              <a:gd name="csY6" fmla="*/ 298037 h 319302"/>
              <a:gd name="csX7" fmla="*/ 3051544 w 3455582"/>
              <a:gd name="csY7" fmla="*/ 64121 h 319302"/>
              <a:gd name="csX8" fmla="*/ 3455582 w 3455582"/>
              <a:gd name="csY8" fmla="*/ 319302 h 319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3455582" h="319302">
                <a:moveTo>
                  <a:pt x="0" y="212977"/>
                </a:moveTo>
                <a:cubicBezTo>
                  <a:pt x="168348" y="103107"/>
                  <a:pt x="336697" y="-6763"/>
                  <a:pt x="499730" y="325"/>
                </a:cubicBezTo>
                <a:cubicBezTo>
                  <a:pt x="662763" y="7413"/>
                  <a:pt x="832884" y="253735"/>
                  <a:pt x="978196" y="255507"/>
                </a:cubicBezTo>
                <a:cubicBezTo>
                  <a:pt x="1123508" y="257279"/>
                  <a:pt x="1244009" y="10958"/>
                  <a:pt x="1371600" y="10958"/>
                </a:cubicBezTo>
                <a:cubicBezTo>
                  <a:pt x="1499191" y="10958"/>
                  <a:pt x="1617921" y="251963"/>
                  <a:pt x="1743740" y="255507"/>
                </a:cubicBezTo>
                <a:cubicBezTo>
                  <a:pt x="1869559" y="259051"/>
                  <a:pt x="1990061" y="25135"/>
                  <a:pt x="2126512" y="32223"/>
                </a:cubicBezTo>
                <a:cubicBezTo>
                  <a:pt x="2262963" y="39311"/>
                  <a:pt x="2408275" y="292721"/>
                  <a:pt x="2562447" y="298037"/>
                </a:cubicBezTo>
                <a:cubicBezTo>
                  <a:pt x="2716619" y="303353"/>
                  <a:pt x="2902688" y="60577"/>
                  <a:pt x="3051544" y="64121"/>
                </a:cubicBezTo>
                <a:cubicBezTo>
                  <a:pt x="3200400" y="67665"/>
                  <a:pt x="3327991" y="193483"/>
                  <a:pt x="3455582" y="319302"/>
                </a:cubicBezTo>
              </a:path>
            </a:pathLst>
          </a:cu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EA1E035E-657F-FF14-16E1-2D027625724D}"/>
              </a:ext>
            </a:extLst>
          </p:cNvPr>
          <p:cNvSpPr/>
          <p:nvPr/>
        </p:nvSpPr>
        <p:spPr>
          <a:xfrm rot="583769">
            <a:off x="7060400" y="1659697"/>
            <a:ext cx="3455583" cy="140994"/>
          </a:xfrm>
          <a:custGeom>
            <a:avLst/>
            <a:gdLst>
              <a:gd name="csX0" fmla="*/ 0 w 3455582"/>
              <a:gd name="csY0" fmla="*/ 212977 h 319302"/>
              <a:gd name="csX1" fmla="*/ 499730 w 3455582"/>
              <a:gd name="csY1" fmla="*/ 325 h 319302"/>
              <a:gd name="csX2" fmla="*/ 978196 w 3455582"/>
              <a:gd name="csY2" fmla="*/ 255507 h 319302"/>
              <a:gd name="csX3" fmla="*/ 1371600 w 3455582"/>
              <a:gd name="csY3" fmla="*/ 10958 h 319302"/>
              <a:gd name="csX4" fmla="*/ 1743740 w 3455582"/>
              <a:gd name="csY4" fmla="*/ 255507 h 319302"/>
              <a:gd name="csX5" fmla="*/ 2126512 w 3455582"/>
              <a:gd name="csY5" fmla="*/ 32223 h 319302"/>
              <a:gd name="csX6" fmla="*/ 2562447 w 3455582"/>
              <a:gd name="csY6" fmla="*/ 298037 h 319302"/>
              <a:gd name="csX7" fmla="*/ 3051544 w 3455582"/>
              <a:gd name="csY7" fmla="*/ 64121 h 319302"/>
              <a:gd name="csX8" fmla="*/ 3455582 w 3455582"/>
              <a:gd name="csY8" fmla="*/ 319302 h 319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3455582" h="319302">
                <a:moveTo>
                  <a:pt x="0" y="212977"/>
                </a:moveTo>
                <a:cubicBezTo>
                  <a:pt x="168348" y="103107"/>
                  <a:pt x="336697" y="-6763"/>
                  <a:pt x="499730" y="325"/>
                </a:cubicBezTo>
                <a:cubicBezTo>
                  <a:pt x="662763" y="7413"/>
                  <a:pt x="832884" y="253735"/>
                  <a:pt x="978196" y="255507"/>
                </a:cubicBezTo>
                <a:cubicBezTo>
                  <a:pt x="1123508" y="257279"/>
                  <a:pt x="1244009" y="10958"/>
                  <a:pt x="1371600" y="10958"/>
                </a:cubicBezTo>
                <a:cubicBezTo>
                  <a:pt x="1499191" y="10958"/>
                  <a:pt x="1617921" y="251963"/>
                  <a:pt x="1743740" y="255507"/>
                </a:cubicBezTo>
                <a:cubicBezTo>
                  <a:pt x="1869559" y="259051"/>
                  <a:pt x="1990061" y="25135"/>
                  <a:pt x="2126512" y="32223"/>
                </a:cubicBezTo>
                <a:cubicBezTo>
                  <a:pt x="2262963" y="39311"/>
                  <a:pt x="2408275" y="292721"/>
                  <a:pt x="2562447" y="298037"/>
                </a:cubicBezTo>
                <a:cubicBezTo>
                  <a:pt x="2716619" y="303353"/>
                  <a:pt x="2902688" y="60577"/>
                  <a:pt x="3051544" y="64121"/>
                </a:cubicBezTo>
                <a:cubicBezTo>
                  <a:pt x="3200400" y="67665"/>
                  <a:pt x="3327991" y="193483"/>
                  <a:pt x="3455582" y="319302"/>
                </a:cubicBezTo>
              </a:path>
            </a:pathLst>
          </a:custGeom>
          <a:noFill/>
          <a:ln w="285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0458DF2-62CB-CE83-3BFB-1086F7515349}"/>
              </a:ext>
            </a:extLst>
          </p:cNvPr>
          <p:cNvSpPr/>
          <p:nvPr/>
        </p:nvSpPr>
        <p:spPr>
          <a:xfrm>
            <a:off x="7152230" y="2030781"/>
            <a:ext cx="1216668" cy="124547"/>
          </a:xfrm>
          <a:custGeom>
            <a:avLst/>
            <a:gdLst>
              <a:gd name="csX0" fmla="*/ 0 w 1216668"/>
              <a:gd name="csY0" fmla="*/ 62274 h 124547"/>
              <a:gd name="csX1" fmla="*/ 608334 w 1216668"/>
              <a:gd name="csY1" fmla="*/ 0 h 124547"/>
              <a:gd name="csX2" fmla="*/ 1216668 w 1216668"/>
              <a:gd name="csY2" fmla="*/ 62274 h 124547"/>
              <a:gd name="csX3" fmla="*/ 608334 w 1216668"/>
              <a:gd name="csY3" fmla="*/ 124548 h 124547"/>
              <a:gd name="csX4" fmla="*/ 0 w 1216668"/>
              <a:gd name="csY4" fmla="*/ 62274 h 1245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216668" h="124547" fill="none" extrusionOk="0">
                <a:moveTo>
                  <a:pt x="0" y="62274"/>
                </a:moveTo>
                <a:cubicBezTo>
                  <a:pt x="69609" y="36139"/>
                  <a:pt x="283941" y="-23834"/>
                  <a:pt x="608334" y="0"/>
                </a:cubicBezTo>
                <a:cubicBezTo>
                  <a:pt x="942198" y="-323"/>
                  <a:pt x="1210380" y="33802"/>
                  <a:pt x="1216668" y="62274"/>
                </a:cubicBezTo>
                <a:cubicBezTo>
                  <a:pt x="1210321" y="36137"/>
                  <a:pt x="897461" y="189653"/>
                  <a:pt x="608334" y="124548"/>
                </a:cubicBezTo>
                <a:cubicBezTo>
                  <a:pt x="280563" y="129141"/>
                  <a:pt x="4593" y="97771"/>
                  <a:pt x="0" y="62274"/>
                </a:cubicBezTo>
                <a:close/>
              </a:path>
              <a:path w="1216668" h="124547" stroke="0" extrusionOk="0">
                <a:moveTo>
                  <a:pt x="0" y="62274"/>
                </a:moveTo>
                <a:cubicBezTo>
                  <a:pt x="-63163" y="-11080"/>
                  <a:pt x="241817" y="11463"/>
                  <a:pt x="608334" y="0"/>
                </a:cubicBezTo>
                <a:cubicBezTo>
                  <a:pt x="948882" y="963"/>
                  <a:pt x="1213890" y="27969"/>
                  <a:pt x="1216668" y="62274"/>
                </a:cubicBezTo>
                <a:cubicBezTo>
                  <a:pt x="1184160" y="128413"/>
                  <a:pt x="936241" y="169138"/>
                  <a:pt x="608334" y="124548"/>
                </a:cubicBezTo>
                <a:cubicBezTo>
                  <a:pt x="266206" y="121181"/>
                  <a:pt x="2457" y="97841"/>
                  <a:pt x="0" y="62274"/>
                </a:cubicBezTo>
                <a:close/>
              </a:path>
            </a:pathLst>
          </a:custGeom>
          <a:pattFill prst="dkUp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solidFill>
              <a:schemeClr val="accent1">
                <a:lumMod val="60000"/>
                <a:lumOff val="4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FB46EE4-C9A2-FAFC-67CB-361259FFBBDF}"/>
              </a:ext>
            </a:extLst>
          </p:cNvPr>
          <p:cNvSpPr/>
          <p:nvPr/>
        </p:nvSpPr>
        <p:spPr>
          <a:xfrm>
            <a:off x="9107579" y="2302425"/>
            <a:ext cx="1216663" cy="128248"/>
          </a:xfrm>
          <a:custGeom>
            <a:avLst/>
            <a:gdLst>
              <a:gd name="csX0" fmla="*/ 0 w 1216663"/>
              <a:gd name="csY0" fmla="*/ 64124 h 128248"/>
              <a:gd name="csX1" fmla="*/ 608332 w 1216663"/>
              <a:gd name="csY1" fmla="*/ 0 h 128248"/>
              <a:gd name="csX2" fmla="*/ 1216664 w 1216663"/>
              <a:gd name="csY2" fmla="*/ 64124 h 128248"/>
              <a:gd name="csX3" fmla="*/ 608332 w 1216663"/>
              <a:gd name="csY3" fmla="*/ 128248 h 128248"/>
              <a:gd name="csX4" fmla="*/ 0 w 1216663"/>
              <a:gd name="csY4" fmla="*/ 64124 h 1282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216663" h="128248" fill="none" extrusionOk="0">
                <a:moveTo>
                  <a:pt x="0" y="64124"/>
                </a:moveTo>
                <a:cubicBezTo>
                  <a:pt x="33571" y="32692"/>
                  <a:pt x="283495" y="-22915"/>
                  <a:pt x="608332" y="0"/>
                </a:cubicBezTo>
                <a:cubicBezTo>
                  <a:pt x="937376" y="-1061"/>
                  <a:pt x="1213975" y="31241"/>
                  <a:pt x="1216664" y="64124"/>
                </a:cubicBezTo>
                <a:cubicBezTo>
                  <a:pt x="1215038" y="84030"/>
                  <a:pt x="930887" y="146893"/>
                  <a:pt x="608332" y="128248"/>
                </a:cubicBezTo>
                <a:cubicBezTo>
                  <a:pt x="274924" y="129683"/>
                  <a:pt x="1346" y="99863"/>
                  <a:pt x="0" y="64124"/>
                </a:cubicBezTo>
                <a:close/>
              </a:path>
              <a:path w="1216663" h="128248" stroke="0" extrusionOk="0">
                <a:moveTo>
                  <a:pt x="0" y="64124"/>
                </a:moveTo>
                <a:cubicBezTo>
                  <a:pt x="-29864" y="10288"/>
                  <a:pt x="234528" y="14199"/>
                  <a:pt x="608332" y="0"/>
                </a:cubicBezTo>
                <a:cubicBezTo>
                  <a:pt x="945248" y="199"/>
                  <a:pt x="1209506" y="28937"/>
                  <a:pt x="1216664" y="64124"/>
                </a:cubicBezTo>
                <a:cubicBezTo>
                  <a:pt x="1188848" y="126703"/>
                  <a:pt x="938501" y="160322"/>
                  <a:pt x="608332" y="128248"/>
                </a:cubicBezTo>
                <a:cubicBezTo>
                  <a:pt x="267581" y="125633"/>
                  <a:pt x="1784" y="100391"/>
                  <a:pt x="0" y="64124"/>
                </a:cubicBezTo>
                <a:close/>
              </a:path>
            </a:pathLst>
          </a:custGeom>
          <a:pattFill prst="dkUp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 cmpd="sng">
            <a:solidFill>
              <a:schemeClr val="accent1">
                <a:lumMod val="60000"/>
                <a:lumOff val="40000"/>
              </a:schemeClr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00A1B964-0DDF-4AE9-0133-60F95C35D286}"/>
              </a:ext>
            </a:extLst>
          </p:cNvPr>
          <p:cNvSpPr/>
          <p:nvPr/>
        </p:nvSpPr>
        <p:spPr>
          <a:xfrm rot="583769">
            <a:off x="7060400" y="1941335"/>
            <a:ext cx="3455583" cy="140994"/>
          </a:xfrm>
          <a:custGeom>
            <a:avLst/>
            <a:gdLst>
              <a:gd name="csX0" fmla="*/ 0 w 3455582"/>
              <a:gd name="csY0" fmla="*/ 212977 h 319302"/>
              <a:gd name="csX1" fmla="*/ 499730 w 3455582"/>
              <a:gd name="csY1" fmla="*/ 325 h 319302"/>
              <a:gd name="csX2" fmla="*/ 978196 w 3455582"/>
              <a:gd name="csY2" fmla="*/ 255507 h 319302"/>
              <a:gd name="csX3" fmla="*/ 1371600 w 3455582"/>
              <a:gd name="csY3" fmla="*/ 10958 h 319302"/>
              <a:gd name="csX4" fmla="*/ 1743740 w 3455582"/>
              <a:gd name="csY4" fmla="*/ 255507 h 319302"/>
              <a:gd name="csX5" fmla="*/ 2126512 w 3455582"/>
              <a:gd name="csY5" fmla="*/ 32223 h 319302"/>
              <a:gd name="csX6" fmla="*/ 2562447 w 3455582"/>
              <a:gd name="csY6" fmla="*/ 298037 h 319302"/>
              <a:gd name="csX7" fmla="*/ 3051544 w 3455582"/>
              <a:gd name="csY7" fmla="*/ 64121 h 319302"/>
              <a:gd name="csX8" fmla="*/ 3455582 w 3455582"/>
              <a:gd name="csY8" fmla="*/ 319302 h 319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3455582" h="319302">
                <a:moveTo>
                  <a:pt x="0" y="212977"/>
                </a:moveTo>
                <a:cubicBezTo>
                  <a:pt x="168348" y="103107"/>
                  <a:pt x="336697" y="-6763"/>
                  <a:pt x="499730" y="325"/>
                </a:cubicBezTo>
                <a:cubicBezTo>
                  <a:pt x="662763" y="7413"/>
                  <a:pt x="832884" y="253735"/>
                  <a:pt x="978196" y="255507"/>
                </a:cubicBezTo>
                <a:cubicBezTo>
                  <a:pt x="1123508" y="257279"/>
                  <a:pt x="1244009" y="10958"/>
                  <a:pt x="1371600" y="10958"/>
                </a:cubicBezTo>
                <a:cubicBezTo>
                  <a:pt x="1499191" y="10958"/>
                  <a:pt x="1617921" y="251963"/>
                  <a:pt x="1743740" y="255507"/>
                </a:cubicBezTo>
                <a:cubicBezTo>
                  <a:pt x="1869559" y="259051"/>
                  <a:pt x="1990061" y="25135"/>
                  <a:pt x="2126512" y="32223"/>
                </a:cubicBezTo>
                <a:cubicBezTo>
                  <a:pt x="2262963" y="39311"/>
                  <a:pt x="2408275" y="292721"/>
                  <a:pt x="2562447" y="298037"/>
                </a:cubicBezTo>
                <a:cubicBezTo>
                  <a:pt x="2716619" y="303353"/>
                  <a:pt x="2902688" y="60577"/>
                  <a:pt x="3051544" y="64121"/>
                </a:cubicBezTo>
                <a:cubicBezTo>
                  <a:pt x="3200400" y="67665"/>
                  <a:pt x="3327991" y="193483"/>
                  <a:pt x="3455582" y="319302"/>
                </a:cubicBezTo>
              </a:path>
            </a:pathLst>
          </a:custGeom>
          <a:noFill/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6C127BC-57F9-5149-0D16-314D13E56406}"/>
              </a:ext>
            </a:extLst>
          </p:cNvPr>
          <p:cNvCxnSpPr>
            <a:cxnSpLocks/>
            <a:endCxn id="27" idx="4"/>
          </p:cNvCxnSpPr>
          <p:nvPr/>
        </p:nvCxnSpPr>
        <p:spPr>
          <a:xfrm>
            <a:off x="8782753" y="1773603"/>
            <a:ext cx="14005" cy="28264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36205F-1D75-6C60-7617-41D51A19F3BD}"/>
              </a:ext>
            </a:extLst>
          </p:cNvPr>
          <p:cNvCxnSpPr>
            <a:cxnSpLocks/>
            <a:stCxn id="17" idx="1"/>
            <a:endCxn id="27" idx="1"/>
          </p:cNvCxnSpPr>
          <p:nvPr/>
        </p:nvCxnSpPr>
        <p:spPr>
          <a:xfrm>
            <a:off x="7589683" y="1453315"/>
            <a:ext cx="0" cy="28163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9D2358B-283E-EBF1-2B0B-CAC13B7C6EC1}"/>
              </a:ext>
            </a:extLst>
          </p:cNvPr>
          <p:cNvCxnSpPr>
            <a:cxnSpLocks/>
          </p:cNvCxnSpPr>
          <p:nvPr/>
        </p:nvCxnSpPr>
        <p:spPr>
          <a:xfrm>
            <a:off x="9837349" y="1929571"/>
            <a:ext cx="2390" cy="26697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14E86C38-2E69-AB72-D8C4-8F26AF4D1D01}"/>
              </a:ext>
            </a:extLst>
          </p:cNvPr>
          <p:cNvSpPr txBox="1"/>
          <p:nvPr/>
        </p:nvSpPr>
        <p:spPr>
          <a:xfrm>
            <a:off x="7754868" y="1109854"/>
            <a:ext cx="2326132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350" dirty="0">
                <a:latin typeface=""/>
              </a:rPr>
              <a:t>active layer deepens,</a:t>
            </a:r>
          </a:p>
          <a:p>
            <a:r>
              <a:rPr lang="en-US" sz="1350" dirty="0">
                <a:latin typeface=""/>
              </a:rPr>
              <a:t>surface broadly maintained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50E150B-186C-32D0-7723-57BFB0DEAA2A}"/>
              </a:ext>
            </a:extLst>
          </p:cNvPr>
          <p:cNvSpPr/>
          <p:nvPr/>
        </p:nvSpPr>
        <p:spPr>
          <a:xfrm>
            <a:off x="7072694" y="3919154"/>
            <a:ext cx="3429709" cy="22928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AE81E76B-95A4-9BB9-0215-1053EE5EF2A7}"/>
              </a:ext>
            </a:extLst>
          </p:cNvPr>
          <p:cNvSpPr/>
          <p:nvPr/>
        </p:nvSpPr>
        <p:spPr>
          <a:xfrm rot="583769">
            <a:off x="7077757" y="4257250"/>
            <a:ext cx="3455583" cy="230455"/>
          </a:xfrm>
          <a:custGeom>
            <a:avLst/>
            <a:gdLst>
              <a:gd name="csX0" fmla="*/ 0 w 3455582"/>
              <a:gd name="csY0" fmla="*/ 212977 h 319302"/>
              <a:gd name="csX1" fmla="*/ 499730 w 3455582"/>
              <a:gd name="csY1" fmla="*/ 325 h 319302"/>
              <a:gd name="csX2" fmla="*/ 978196 w 3455582"/>
              <a:gd name="csY2" fmla="*/ 255507 h 319302"/>
              <a:gd name="csX3" fmla="*/ 1371600 w 3455582"/>
              <a:gd name="csY3" fmla="*/ 10958 h 319302"/>
              <a:gd name="csX4" fmla="*/ 1743740 w 3455582"/>
              <a:gd name="csY4" fmla="*/ 255507 h 319302"/>
              <a:gd name="csX5" fmla="*/ 2126512 w 3455582"/>
              <a:gd name="csY5" fmla="*/ 32223 h 319302"/>
              <a:gd name="csX6" fmla="*/ 2562447 w 3455582"/>
              <a:gd name="csY6" fmla="*/ 298037 h 319302"/>
              <a:gd name="csX7" fmla="*/ 3051544 w 3455582"/>
              <a:gd name="csY7" fmla="*/ 64121 h 319302"/>
              <a:gd name="csX8" fmla="*/ 3455582 w 3455582"/>
              <a:gd name="csY8" fmla="*/ 319302 h 319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3455582" h="319302">
                <a:moveTo>
                  <a:pt x="0" y="212977"/>
                </a:moveTo>
                <a:cubicBezTo>
                  <a:pt x="168348" y="103107"/>
                  <a:pt x="336697" y="-6763"/>
                  <a:pt x="499730" y="325"/>
                </a:cubicBezTo>
                <a:cubicBezTo>
                  <a:pt x="662763" y="7413"/>
                  <a:pt x="832884" y="253735"/>
                  <a:pt x="978196" y="255507"/>
                </a:cubicBezTo>
                <a:cubicBezTo>
                  <a:pt x="1123508" y="257279"/>
                  <a:pt x="1244009" y="10958"/>
                  <a:pt x="1371600" y="10958"/>
                </a:cubicBezTo>
                <a:cubicBezTo>
                  <a:pt x="1499191" y="10958"/>
                  <a:pt x="1617921" y="251963"/>
                  <a:pt x="1743740" y="255507"/>
                </a:cubicBezTo>
                <a:cubicBezTo>
                  <a:pt x="1869559" y="259051"/>
                  <a:pt x="1990061" y="25135"/>
                  <a:pt x="2126512" y="32223"/>
                </a:cubicBezTo>
                <a:cubicBezTo>
                  <a:pt x="2262963" y="39311"/>
                  <a:pt x="2408275" y="292721"/>
                  <a:pt x="2562447" y="298037"/>
                </a:cubicBezTo>
                <a:cubicBezTo>
                  <a:pt x="2716619" y="303353"/>
                  <a:pt x="2902688" y="60577"/>
                  <a:pt x="3051544" y="64121"/>
                </a:cubicBezTo>
                <a:cubicBezTo>
                  <a:pt x="3200400" y="67665"/>
                  <a:pt x="3327991" y="193483"/>
                  <a:pt x="3455582" y="319302"/>
                </a:cubicBezTo>
              </a:path>
            </a:pathLst>
          </a:custGeom>
          <a:noFill/>
          <a:ln w="28575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3D4DDE1F-5185-45FA-1244-BFEDFB032567}"/>
              </a:ext>
            </a:extLst>
          </p:cNvPr>
          <p:cNvSpPr/>
          <p:nvPr/>
        </p:nvSpPr>
        <p:spPr>
          <a:xfrm rot="583769">
            <a:off x="7059535" y="4934245"/>
            <a:ext cx="3455583" cy="140994"/>
          </a:xfrm>
          <a:custGeom>
            <a:avLst/>
            <a:gdLst>
              <a:gd name="csX0" fmla="*/ 0 w 3455582"/>
              <a:gd name="csY0" fmla="*/ 212977 h 319302"/>
              <a:gd name="csX1" fmla="*/ 499730 w 3455582"/>
              <a:gd name="csY1" fmla="*/ 325 h 319302"/>
              <a:gd name="csX2" fmla="*/ 978196 w 3455582"/>
              <a:gd name="csY2" fmla="*/ 255507 h 319302"/>
              <a:gd name="csX3" fmla="*/ 1371600 w 3455582"/>
              <a:gd name="csY3" fmla="*/ 10958 h 319302"/>
              <a:gd name="csX4" fmla="*/ 1743740 w 3455582"/>
              <a:gd name="csY4" fmla="*/ 255507 h 319302"/>
              <a:gd name="csX5" fmla="*/ 2126512 w 3455582"/>
              <a:gd name="csY5" fmla="*/ 32223 h 319302"/>
              <a:gd name="csX6" fmla="*/ 2562447 w 3455582"/>
              <a:gd name="csY6" fmla="*/ 298037 h 319302"/>
              <a:gd name="csX7" fmla="*/ 3051544 w 3455582"/>
              <a:gd name="csY7" fmla="*/ 64121 h 319302"/>
              <a:gd name="csX8" fmla="*/ 3455582 w 3455582"/>
              <a:gd name="csY8" fmla="*/ 319302 h 319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3455582" h="319302">
                <a:moveTo>
                  <a:pt x="0" y="212977"/>
                </a:moveTo>
                <a:cubicBezTo>
                  <a:pt x="168348" y="103107"/>
                  <a:pt x="336697" y="-6763"/>
                  <a:pt x="499730" y="325"/>
                </a:cubicBezTo>
                <a:cubicBezTo>
                  <a:pt x="662763" y="7413"/>
                  <a:pt x="832884" y="253735"/>
                  <a:pt x="978196" y="255507"/>
                </a:cubicBezTo>
                <a:cubicBezTo>
                  <a:pt x="1123508" y="257279"/>
                  <a:pt x="1244009" y="10958"/>
                  <a:pt x="1371600" y="10958"/>
                </a:cubicBezTo>
                <a:cubicBezTo>
                  <a:pt x="1499191" y="10958"/>
                  <a:pt x="1617921" y="251963"/>
                  <a:pt x="1743740" y="255507"/>
                </a:cubicBezTo>
                <a:cubicBezTo>
                  <a:pt x="1869559" y="259051"/>
                  <a:pt x="1990061" y="25135"/>
                  <a:pt x="2126512" y="32223"/>
                </a:cubicBezTo>
                <a:cubicBezTo>
                  <a:pt x="2262963" y="39311"/>
                  <a:pt x="2408275" y="292721"/>
                  <a:pt x="2562447" y="298037"/>
                </a:cubicBezTo>
                <a:cubicBezTo>
                  <a:pt x="2716619" y="303353"/>
                  <a:pt x="2902688" y="60577"/>
                  <a:pt x="3051544" y="64121"/>
                </a:cubicBezTo>
                <a:cubicBezTo>
                  <a:pt x="3200400" y="67665"/>
                  <a:pt x="3327991" y="193483"/>
                  <a:pt x="3455582" y="319302"/>
                </a:cubicBezTo>
              </a:path>
            </a:pathLst>
          </a:custGeom>
          <a:noFill/>
          <a:ln w="285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 71">
            <a:extLst>
              <a:ext uri="{FF2B5EF4-FFF2-40B4-BE49-F238E27FC236}">
                <a16:creationId xmlns:a16="http://schemas.microsoft.com/office/drawing/2014/main" id="{D4C38097-2D01-A68E-0E3E-F18E8839C665}"/>
              </a:ext>
            </a:extLst>
          </p:cNvPr>
          <p:cNvSpPr/>
          <p:nvPr/>
        </p:nvSpPr>
        <p:spPr>
          <a:xfrm rot="583769">
            <a:off x="6979708" y="4273191"/>
            <a:ext cx="3500371" cy="1366311"/>
          </a:xfrm>
          <a:custGeom>
            <a:avLst/>
            <a:gdLst>
              <a:gd name="csX0" fmla="*/ 0 w 3455582"/>
              <a:gd name="csY0" fmla="*/ 212977 h 319302"/>
              <a:gd name="csX1" fmla="*/ 499730 w 3455582"/>
              <a:gd name="csY1" fmla="*/ 325 h 319302"/>
              <a:gd name="csX2" fmla="*/ 978196 w 3455582"/>
              <a:gd name="csY2" fmla="*/ 255507 h 319302"/>
              <a:gd name="csX3" fmla="*/ 1371600 w 3455582"/>
              <a:gd name="csY3" fmla="*/ 10958 h 319302"/>
              <a:gd name="csX4" fmla="*/ 1743740 w 3455582"/>
              <a:gd name="csY4" fmla="*/ 255507 h 319302"/>
              <a:gd name="csX5" fmla="*/ 2126512 w 3455582"/>
              <a:gd name="csY5" fmla="*/ 32223 h 319302"/>
              <a:gd name="csX6" fmla="*/ 2562447 w 3455582"/>
              <a:gd name="csY6" fmla="*/ 298037 h 319302"/>
              <a:gd name="csX7" fmla="*/ 3051544 w 3455582"/>
              <a:gd name="csY7" fmla="*/ 64121 h 319302"/>
              <a:gd name="csX8" fmla="*/ 3455582 w 3455582"/>
              <a:gd name="csY8" fmla="*/ 319302 h 319302"/>
              <a:gd name="csX0" fmla="*/ 0 w 3455582"/>
              <a:gd name="csY0" fmla="*/ 302363 h 1830930"/>
              <a:gd name="csX1" fmla="*/ 499730 w 3455582"/>
              <a:gd name="csY1" fmla="*/ 89711 h 1830930"/>
              <a:gd name="csX2" fmla="*/ 1192349 w 3455582"/>
              <a:gd name="csY2" fmla="*/ 1830929 h 1830930"/>
              <a:gd name="csX3" fmla="*/ 1371600 w 3455582"/>
              <a:gd name="csY3" fmla="*/ 100344 h 1830930"/>
              <a:gd name="csX4" fmla="*/ 1743740 w 3455582"/>
              <a:gd name="csY4" fmla="*/ 344893 h 1830930"/>
              <a:gd name="csX5" fmla="*/ 2126512 w 3455582"/>
              <a:gd name="csY5" fmla="*/ 121609 h 1830930"/>
              <a:gd name="csX6" fmla="*/ 2562447 w 3455582"/>
              <a:gd name="csY6" fmla="*/ 387423 h 1830930"/>
              <a:gd name="csX7" fmla="*/ 3051544 w 3455582"/>
              <a:gd name="csY7" fmla="*/ 153507 h 1830930"/>
              <a:gd name="csX8" fmla="*/ 3455582 w 3455582"/>
              <a:gd name="csY8" fmla="*/ 408688 h 1830930"/>
              <a:gd name="csX0" fmla="*/ 0 w 3455582"/>
              <a:gd name="csY0" fmla="*/ 302363 h 1831071"/>
              <a:gd name="csX1" fmla="*/ 499730 w 3455582"/>
              <a:gd name="csY1" fmla="*/ 89711 h 1831071"/>
              <a:gd name="csX2" fmla="*/ 1192349 w 3455582"/>
              <a:gd name="csY2" fmla="*/ 1830929 h 1831071"/>
              <a:gd name="csX3" fmla="*/ 1352289 w 3455582"/>
              <a:gd name="csY3" fmla="*/ 188761 h 1831071"/>
              <a:gd name="csX4" fmla="*/ 1743740 w 3455582"/>
              <a:gd name="csY4" fmla="*/ 344893 h 1831071"/>
              <a:gd name="csX5" fmla="*/ 2126512 w 3455582"/>
              <a:gd name="csY5" fmla="*/ 121609 h 1831071"/>
              <a:gd name="csX6" fmla="*/ 2562447 w 3455582"/>
              <a:gd name="csY6" fmla="*/ 387423 h 1831071"/>
              <a:gd name="csX7" fmla="*/ 3051544 w 3455582"/>
              <a:gd name="csY7" fmla="*/ 153507 h 1831071"/>
              <a:gd name="csX8" fmla="*/ 3455582 w 3455582"/>
              <a:gd name="csY8" fmla="*/ 408688 h 1831071"/>
              <a:gd name="csX0" fmla="*/ 0 w 3455582"/>
              <a:gd name="csY0" fmla="*/ 302363 h 1833079"/>
              <a:gd name="csX1" fmla="*/ 499730 w 3455582"/>
              <a:gd name="csY1" fmla="*/ 89711 h 1833079"/>
              <a:gd name="csX2" fmla="*/ 1192349 w 3455582"/>
              <a:gd name="csY2" fmla="*/ 1830929 h 1833079"/>
              <a:gd name="csX3" fmla="*/ 1323745 w 3455582"/>
              <a:gd name="csY3" fmla="*/ 447038 h 1833079"/>
              <a:gd name="csX4" fmla="*/ 1743740 w 3455582"/>
              <a:gd name="csY4" fmla="*/ 344893 h 1833079"/>
              <a:gd name="csX5" fmla="*/ 2126512 w 3455582"/>
              <a:gd name="csY5" fmla="*/ 121609 h 1833079"/>
              <a:gd name="csX6" fmla="*/ 2562447 w 3455582"/>
              <a:gd name="csY6" fmla="*/ 387423 h 1833079"/>
              <a:gd name="csX7" fmla="*/ 3051544 w 3455582"/>
              <a:gd name="csY7" fmla="*/ 153507 h 1833079"/>
              <a:gd name="csX8" fmla="*/ 3455582 w 3455582"/>
              <a:gd name="csY8" fmla="*/ 408688 h 1833079"/>
              <a:gd name="csX0" fmla="*/ 0 w 3455582"/>
              <a:gd name="csY0" fmla="*/ 302363 h 1833006"/>
              <a:gd name="csX1" fmla="*/ 499730 w 3455582"/>
              <a:gd name="csY1" fmla="*/ 89711 h 1833006"/>
              <a:gd name="csX2" fmla="*/ 1192349 w 3455582"/>
              <a:gd name="csY2" fmla="*/ 1830929 h 1833006"/>
              <a:gd name="csX3" fmla="*/ 1323745 w 3455582"/>
              <a:gd name="csY3" fmla="*/ 447038 h 1833006"/>
              <a:gd name="csX4" fmla="*/ 1765856 w 3455582"/>
              <a:gd name="csY4" fmla="*/ 605105 h 1833006"/>
              <a:gd name="csX5" fmla="*/ 2126512 w 3455582"/>
              <a:gd name="csY5" fmla="*/ 121609 h 1833006"/>
              <a:gd name="csX6" fmla="*/ 2562447 w 3455582"/>
              <a:gd name="csY6" fmla="*/ 387423 h 1833006"/>
              <a:gd name="csX7" fmla="*/ 3051544 w 3455582"/>
              <a:gd name="csY7" fmla="*/ 153507 h 1833006"/>
              <a:gd name="csX8" fmla="*/ 3455582 w 3455582"/>
              <a:gd name="csY8" fmla="*/ 408688 h 1833006"/>
              <a:gd name="csX0" fmla="*/ 0 w 3455582"/>
              <a:gd name="csY0" fmla="*/ 302363 h 1833006"/>
              <a:gd name="csX1" fmla="*/ 499730 w 3455582"/>
              <a:gd name="csY1" fmla="*/ 89711 h 1833006"/>
              <a:gd name="csX2" fmla="*/ 1192349 w 3455582"/>
              <a:gd name="csY2" fmla="*/ 1830929 h 1833006"/>
              <a:gd name="csX3" fmla="*/ 1323745 w 3455582"/>
              <a:gd name="csY3" fmla="*/ 447038 h 1833006"/>
              <a:gd name="csX4" fmla="*/ 1765856 w 3455582"/>
              <a:gd name="csY4" fmla="*/ 605105 h 1833006"/>
              <a:gd name="csX5" fmla="*/ 2120358 w 3455582"/>
              <a:gd name="csY5" fmla="*/ 234847 h 1833006"/>
              <a:gd name="csX6" fmla="*/ 2562447 w 3455582"/>
              <a:gd name="csY6" fmla="*/ 387423 h 1833006"/>
              <a:gd name="csX7" fmla="*/ 3051544 w 3455582"/>
              <a:gd name="csY7" fmla="*/ 153507 h 1833006"/>
              <a:gd name="csX8" fmla="*/ 3455582 w 3455582"/>
              <a:gd name="csY8" fmla="*/ 408688 h 1833006"/>
              <a:gd name="csX0" fmla="*/ 0 w 3455582"/>
              <a:gd name="csY0" fmla="*/ 302363 h 1833006"/>
              <a:gd name="csX1" fmla="*/ 499730 w 3455582"/>
              <a:gd name="csY1" fmla="*/ 89711 h 1833006"/>
              <a:gd name="csX2" fmla="*/ 1192349 w 3455582"/>
              <a:gd name="csY2" fmla="*/ 1830929 h 1833006"/>
              <a:gd name="csX3" fmla="*/ 1323745 w 3455582"/>
              <a:gd name="csY3" fmla="*/ 447038 h 1833006"/>
              <a:gd name="csX4" fmla="*/ 1765856 w 3455582"/>
              <a:gd name="csY4" fmla="*/ 605105 h 1833006"/>
              <a:gd name="csX5" fmla="*/ 2120358 w 3455582"/>
              <a:gd name="csY5" fmla="*/ 234847 h 1833006"/>
              <a:gd name="csX6" fmla="*/ 2610324 w 3455582"/>
              <a:gd name="csY6" fmla="*/ 1018758 h 1833006"/>
              <a:gd name="csX7" fmla="*/ 3051544 w 3455582"/>
              <a:gd name="csY7" fmla="*/ 153507 h 1833006"/>
              <a:gd name="csX8" fmla="*/ 3455582 w 3455582"/>
              <a:gd name="csY8" fmla="*/ 408688 h 1833006"/>
              <a:gd name="csX0" fmla="*/ 0 w 3455582"/>
              <a:gd name="csY0" fmla="*/ 302363 h 1833006"/>
              <a:gd name="csX1" fmla="*/ 499730 w 3455582"/>
              <a:gd name="csY1" fmla="*/ 89711 h 1833006"/>
              <a:gd name="csX2" fmla="*/ 1192349 w 3455582"/>
              <a:gd name="csY2" fmla="*/ 1830929 h 1833006"/>
              <a:gd name="csX3" fmla="*/ 1323745 w 3455582"/>
              <a:gd name="csY3" fmla="*/ 447038 h 1833006"/>
              <a:gd name="csX4" fmla="*/ 1765856 w 3455582"/>
              <a:gd name="csY4" fmla="*/ 605105 h 1833006"/>
              <a:gd name="csX5" fmla="*/ 2120358 w 3455582"/>
              <a:gd name="csY5" fmla="*/ 234847 h 1833006"/>
              <a:gd name="csX6" fmla="*/ 2610324 w 3455582"/>
              <a:gd name="csY6" fmla="*/ 1018758 h 1833006"/>
              <a:gd name="csX7" fmla="*/ 3193742 w 3455582"/>
              <a:gd name="csY7" fmla="*/ 650660 h 1833006"/>
              <a:gd name="csX8" fmla="*/ 3455582 w 3455582"/>
              <a:gd name="csY8" fmla="*/ 408688 h 1833006"/>
              <a:gd name="csX0" fmla="*/ 0 w 3455582"/>
              <a:gd name="csY0" fmla="*/ 302363 h 1833006"/>
              <a:gd name="csX1" fmla="*/ 499730 w 3455582"/>
              <a:gd name="csY1" fmla="*/ 89711 h 1833006"/>
              <a:gd name="csX2" fmla="*/ 1192349 w 3455582"/>
              <a:gd name="csY2" fmla="*/ 1830929 h 1833006"/>
              <a:gd name="csX3" fmla="*/ 1323745 w 3455582"/>
              <a:gd name="csY3" fmla="*/ 447038 h 1833006"/>
              <a:gd name="csX4" fmla="*/ 1765856 w 3455582"/>
              <a:gd name="csY4" fmla="*/ 605105 h 1833006"/>
              <a:gd name="csX5" fmla="*/ 2120358 w 3455582"/>
              <a:gd name="csY5" fmla="*/ 234847 h 1833006"/>
              <a:gd name="csX6" fmla="*/ 2610324 w 3455582"/>
              <a:gd name="csY6" fmla="*/ 1018758 h 1833006"/>
              <a:gd name="csX7" fmla="*/ 3169404 w 3455582"/>
              <a:gd name="csY7" fmla="*/ 1187375 h 1833006"/>
              <a:gd name="csX8" fmla="*/ 3455582 w 3455582"/>
              <a:gd name="csY8" fmla="*/ 408688 h 1833006"/>
              <a:gd name="csX0" fmla="*/ 0 w 3455582"/>
              <a:gd name="csY0" fmla="*/ 302363 h 1833006"/>
              <a:gd name="csX1" fmla="*/ 499730 w 3455582"/>
              <a:gd name="csY1" fmla="*/ 89711 h 1833006"/>
              <a:gd name="csX2" fmla="*/ 1192349 w 3455582"/>
              <a:gd name="csY2" fmla="*/ 1830929 h 1833006"/>
              <a:gd name="csX3" fmla="*/ 1323745 w 3455582"/>
              <a:gd name="csY3" fmla="*/ 447038 h 1833006"/>
              <a:gd name="csX4" fmla="*/ 1765856 w 3455582"/>
              <a:gd name="csY4" fmla="*/ 605105 h 1833006"/>
              <a:gd name="csX5" fmla="*/ 2120358 w 3455582"/>
              <a:gd name="csY5" fmla="*/ 234847 h 1833006"/>
              <a:gd name="csX6" fmla="*/ 2504811 w 3455582"/>
              <a:gd name="csY6" fmla="*/ 1225459 h 1833006"/>
              <a:gd name="csX7" fmla="*/ 3169404 w 3455582"/>
              <a:gd name="csY7" fmla="*/ 1187375 h 1833006"/>
              <a:gd name="csX8" fmla="*/ 3455582 w 3455582"/>
              <a:gd name="csY8" fmla="*/ 408688 h 1833006"/>
              <a:gd name="csX0" fmla="*/ 0 w 3500370"/>
              <a:gd name="csY0" fmla="*/ 302363 h 1833006"/>
              <a:gd name="csX1" fmla="*/ 499730 w 3500370"/>
              <a:gd name="csY1" fmla="*/ 89711 h 1833006"/>
              <a:gd name="csX2" fmla="*/ 1192349 w 3500370"/>
              <a:gd name="csY2" fmla="*/ 1830929 h 1833006"/>
              <a:gd name="csX3" fmla="*/ 1323745 w 3500370"/>
              <a:gd name="csY3" fmla="*/ 447038 h 1833006"/>
              <a:gd name="csX4" fmla="*/ 1765856 w 3500370"/>
              <a:gd name="csY4" fmla="*/ 605105 h 1833006"/>
              <a:gd name="csX5" fmla="*/ 2120358 w 3500370"/>
              <a:gd name="csY5" fmla="*/ 234847 h 1833006"/>
              <a:gd name="csX6" fmla="*/ 2504811 w 3500370"/>
              <a:gd name="csY6" fmla="*/ 1225459 h 1833006"/>
              <a:gd name="csX7" fmla="*/ 3169404 w 3500370"/>
              <a:gd name="csY7" fmla="*/ 1187375 h 1833006"/>
              <a:gd name="csX8" fmla="*/ 3500370 w 3500370"/>
              <a:gd name="csY8" fmla="*/ 607626 h 1833006"/>
              <a:gd name="csX0" fmla="*/ 0 w 3500370"/>
              <a:gd name="csY0" fmla="*/ 302363 h 1833006"/>
              <a:gd name="csX1" fmla="*/ 499730 w 3500370"/>
              <a:gd name="csY1" fmla="*/ 89711 h 1833006"/>
              <a:gd name="csX2" fmla="*/ 1192349 w 3500370"/>
              <a:gd name="csY2" fmla="*/ 1830929 h 1833006"/>
              <a:gd name="csX3" fmla="*/ 1323745 w 3500370"/>
              <a:gd name="csY3" fmla="*/ 447038 h 1833006"/>
              <a:gd name="csX4" fmla="*/ 1765856 w 3500370"/>
              <a:gd name="csY4" fmla="*/ 605105 h 1833006"/>
              <a:gd name="csX5" fmla="*/ 2120358 w 3500370"/>
              <a:gd name="csY5" fmla="*/ 234847 h 1833006"/>
              <a:gd name="csX6" fmla="*/ 2504811 w 3500370"/>
              <a:gd name="csY6" fmla="*/ 1225459 h 1833006"/>
              <a:gd name="csX7" fmla="*/ 3175841 w 3500370"/>
              <a:gd name="csY7" fmla="*/ 1157902 h 1833006"/>
              <a:gd name="csX8" fmla="*/ 3500370 w 3500370"/>
              <a:gd name="csY8" fmla="*/ 607626 h 1833006"/>
              <a:gd name="csX0" fmla="*/ 0 w 3500370"/>
              <a:gd name="csY0" fmla="*/ 302363 h 1830937"/>
              <a:gd name="csX1" fmla="*/ 499730 w 3500370"/>
              <a:gd name="csY1" fmla="*/ 89711 h 1830937"/>
              <a:gd name="csX2" fmla="*/ 1192349 w 3500370"/>
              <a:gd name="csY2" fmla="*/ 1830929 h 1830937"/>
              <a:gd name="csX3" fmla="*/ 1286510 w 3500370"/>
              <a:gd name="csY3" fmla="*/ 64669 h 1830937"/>
              <a:gd name="csX4" fmla="*/ 1765856 w 3500370"/>
              <a:gd name="csY4" fmla="*/ 605105 h 1830937"/>
              <a:gd name="csX5" fmla="*/ 2120358 w 3500370"/>
              <a:gd name="csY5" fmla="*/ 234847 h 1830937"/>
              <a:gd name="csX6" fmla="*/ 2504811 w 3500370"/>
              <a:gd name="csY6" fmla="*/ 1225459 h 1830937"/>
              <a:gd name="csX7" fmla="*/ 3175841 w 3500370"/>
              <a:gd name="csY7" fmla="*/ 1157902 h 1830937"/>
              <a:gd name="csX8" fmla="*/ 3500370 w 3500370"/>
              <a:gd name="csY8" fmla="*/ 607626 h 1830937"/>
              <a:gd name="csX0" fmla="*/ 0 w 3500370"/>
              <a:gd name="csY0" fmla="*/ 306388 h 1834962"/>
              <a:gd name="csX1" fmla="*/ 499730 w 3500370"/>
              <a:gd name="csY1" fmla="*/ 93736 h 1834962"/>
              <a:gd name="csX2" fmla="*/ 1192349 w 3500370"/>
              <a:gd name="csY2" fmla="*/ 1834954 h 1834962"/>
              <a:gd name="csX3" fmla="*/ 1286510 w 3500370"/>
              <a:gd name="csY3" fmla="*/ 68694 h 1834962"/>
              <a:gd name="csX4" fmla="*/ 1743739 w 3500370"/>
              <a:gd name="csY4" fmla="*/ 348919 h 1834962"/>
              <a:gd name="csX5" fmla="*/ 2120358 w 3500370"/>
              <a:gd name="csY5" fmla="*/ 238872 h 1834962"/>
              <a:gd name="csX6" fmla="*/ 2504811 w 3500370"/>
              <a:gd name="csY6" fmla="*/ 1229484 h 1834962"/>
              <a:gd name="csX7" fmla="*/ 3175841 w 3500370"/>
              <a:gd name="csY7" fmla="*/ 1161927 h 1834962"/>
              <a:gd name="csX8" fmla="*/ 3500370 w 3500370"/>
              <a:gd name="csY8" fmla="*/ 611651 h 1834962"/>
              <a:gd name="csX0" fmla="*/ 0 w 3500370"/>
              <a:gd name="csY0" fmla="*/ 302364 h 1830976"/>
              <a:gd name="csX1" fmla="*/ 499730 w 3500370"/>
              <a:gd name="csY1" fmla="*/ 89712 h 1830976"/>
              <a:gd name="csX2" fmla="*/ 1192349 w 3500370"/>
              <a:gd name="csY2" fmla="*/ 1830930 h 1830976"/>
              <a:gd name="csX3" fmla="*/ 1296588 w 3500370"/>
              <a:gd name="csY3" fmla="*/ 146110 h 1830976"/>
              <a:gd name="csX4" fmla="*/ 1743739 w 3500370"/>
              <a:gd name="csY4" fmla="*/ 344895 h 1830976"/>
              <a:gd name="csX5" fmla="*/ 2120358 w 3500370"/>
              <a:gd name="csY5" fmla="*/ 234848 h 1830976"/>
              <a:gd name="csX6" fmla="*/ 2504811 w 3500370"/>
              <a:gd name="csY6" fmla="*/ 1225460 h 1830976"/>
              <a:gd name="csX7" fmla="*/ 3175841 w 3500370"/>
              <a:gd name="csY7" fmla="*/ 1157903 h 1830976"/>
              <a:gd name="csX8" fmla="*/ 3500370 w 3500370"/>
              <a:gd name="csY8" fmla="*/ 607627 h 1830976"/>
              <a:gd name="csX0" fmla="*/ 0 w 3500370"/>
              <a:gd name="csY0" fmla="*/ 302364 h 1830975"/>
              <a:gd name="csX1" fmla="*/ 499730 w 3500370"/>
              <a:gd name="csY1" fmla="*/ 89712 h 1830975"/>
              <a:gd name="csX2" fmla="*/ 1192349 w 3500370"/>
              <a:gd name="csY2" fmla="*/ 1830930 h 1830975"/>
              <a:gd name="csX3" fmla="*/ 1296588 w 3500370"/>
              <a:gd name="csY3" fmla="*/ 146110 h 1830975"/>
              <a:gd name="csX4" fmla="*/ 1743739 w 3500370"/>
              <a:gd name="csY4" fmla="*/ 344895 h 1830975"/>
              <a:gd name="csX5" fmla="*/ 2159260 w 3500370"/>
              <a:gd name="csY5" fmla="*/ 141774 h 1830975"/>
              <a:gd name="csX6" fmla="*/ 2504811 w 3500370"/>
              <a:gd name="csY6" fmla="*/ 1225460 h 1830975"/>
              <a:gd name="csX7" fmla="*/ 3175841 w 3500370"/>
              <a:gd name="csY7" fmla="*/ 1157903 h 1830975"/>
              <a:gd name="csX8" fmla="*/ 3500370 w 3500370"/>
              <a:gd name="csY8" fmla="*/ 607627 h 1830975"/>
              <a:gd name="csX0" fmla="*/ 0 w 3500370"/>
              <a:gd name="csY0" fmla="*/ 231006 h 1759629"/>
              <a:gd name="csX1" fmla="*/ 534438 w 3500370"/>
              <a:gd name="csY1" fmla="*/ 135857 h 1759629"/>
              <a:gd name="csX2" fmla="*/ 1192349 w 3500370"/>
              <a:gd name="csY2" fmla="*/ 1759572 h 1759629"/>
              <a:gd name="csX3" fmla="*/ 1296588 w 3500370"/>
              <a:gd name="csY3" fmla="*/ 74752 h 1759629"/>
              <a:gd name="csX4" fmla="*/ 1743739 w 3500370"/>
              <a:gd name="csY4" fmla="*/ 273537 h 1759629"/>
              <a:gd name="csX5" fmla="*/ 2159260 w 3500370"/>
              <a:gd name="csY5" fmla="*/ 70416 h 1759629"/>
              <a:gd name="csX6" fmla="*/ 2504811 w 3500370"/>
              <a:gd name="csY6" fmla="*/ 1154102 h 1759629"/>
              <a:gd name="csX7" fmla="*/ 3175841 w 3500370"/>
              <a:gd name="csY7" fmla="*/ 1086545 h 1759629"/>
              <a:gd name="csX8" fmla="*/ 3500370 w 3500370"/>
              <a:gd name="csY8" fmla="*/ 536269 h 1759629"/>
              <a:gd name="csX0" fmla="*/ 0 w 3500370"/>
              <a:gd name="csY0" fmla="*/ 239375 h 1893064"/>
              <a:gd name="csX1" fmla="*/ 534438 w 3500370"/>
              <a:gd name="csY1" fmla="*/ 144226 h 1893064"/>
              <a:gd name="csX2" fmla="*/ 1176901 w 3500370"/>
              <a:gd name="csY2" fmla="*/ 1893012 h 1893064"/>
              <a:gd name="csX3" fmla="*/ 1296588 w 3500370"/>
              <a:gd name="csY3" fmla="*/ 83121 h 1893064"/>
              <a:gd name="csX4" fmla="*/ 1743739 w 3500370"/>
              <a:gd name="csY4" fmla="*/ 281906 h 1893064"/>
              <a:gd name="csX5" fmla="*/ 2159260 w 3500370"/>
              <a:gd name="csY5" fmla="*/ 78785 h 1893064"/>
              <a:gd name="csX6" fmla="*/ 2504811 w 3500370"/>
              <a:gd name="csY6" fmla="*/ 1162471 h 1893064"/>
              <a:gd name="csX7" fmla="*/ 3175841 w 3500370"/>
              <a:gd name="csY7" fmla="*/ 1094914 h 1893064"/>
              <a:gd name="csX8" fmla="*/ 3500370 w 3500370"/>
              <a:gd name="csY8" fmla="*/ 544638 h 18930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3500370" h="1893064">
                <a:moveTo>
                  <a:pt x="0" y="239375"/>
                </a:moveTo>
                <a:cubicBezTo>
                  <a:pt x="168348" y="129505"/>
                  <a:pt x="338288" y="-131380"/>
                  <a:pt x="534438" y="144226"/>
                </a:cubicBezTo>
                <a:cubicBezTo>
                  <a:pt x="730588" y="419832"/>
                  <a:pt x="1049876" y="1903196"/>
                  <a:pt x="1176901" y="1893012"/>
                </a:cubicBezTo>
                <a:cubicBezTo>
                  <a:pt x="1303926" y="1882828"/>
                  <a:pt x="1202115" y="351639"/>
                  <a:pt x="1296588" y="83121"/>
                </a:cubicBezTo>
                <a:cubicBezTo>
                  <a:pt x="1391061" y="-185397"/>
                  <a:pt x="1599960" y="282629"/>
                  <a:pt x="1743739" y="281906"/>
                </a:cubicBezTo>
                <a:cubicBezTo>
                  <a:pt x="1887518" y="281183"/>
                  <a:pt x="2032415" y="-67976"/>
                  <a:pt x="2159260" y="78785"/>
                </a:cubicBezTo>
                <a:cubicBezTo>
                  <a:pt x="2286105" y="225546"/>
                  <a:pt x="2335381" y="993116"/>
                  <a:pt x="2504811" y="1162471"/>
                </a:cubicBezTo>
                <a:cubicBezTo>
                  <a:pt x="2674241" y="1331826"/>
                  <a:pt x="3026985" y="1091370"/>
                  <a:pt x="3175841" y="1094914"/>
                </a:cubicBezTo>
                <a:cubicBezTo>
                  <a:pt x="3324697" y="1098458"/>
                  <a:pt x="3372779" y="418819"/>
                  <a:pt x="3500370" y="544638"/>
                </a:cubicBezTo>
              </a:path>
            </a:pathLst>
          </a:cu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 73">
            <a:extLst>
              <a:ext uri="{FF2B5EF4-FFF2-40B4-BE49-F238E27FC236}">
                <a16:creationId xmlns:a16="http://schemas.microsoft.com/office/drawing/2014/main" id="{4983B32B-E98C-A71F-EE99-0B584FDF714E}"/>
              </a:ext>
            </a:extLst>
          </p:cNvPr>
          <p:cNvSpPr/>
          <p:nvPr/>
        </p:nvSpPr>
        <p:spPr>
          <a:xfrm rot="583769">
            <a:off x="7077758" y="967516"/>
            <a:ext cx="3455583" cy="230455"/>
          </a:xfrm>
          <a:custGeom>
            <a:avLst/>
            <a:gdLst>
              <a:gd name="csX0" fmla="*/ 0 w 3455582"/>
              <a:gd name="csY0" fmla="*/ 212977 h 319302"/>
              <a:gd name="csX1" fmla="*/ 499730 w 3455582"/>
              <a:gd name="csY1" fmla="*/ 325 h 319302"/>
              <a:gd name="csX2" fmla="*/ 978196 w 3455582"/>
              <a:gd name="csY2" fmla="*/ 255507 h 319302"/>
              <a:gd name="csX3" fmla="*/ 1371600 w 3455582"/>
              <a:gd name="csY3" fmla="*/ 10958 h 319302"/>
              <a:gd name="csX4" fmla="*/ 1743740 w 3455582"/>
              <a:gd name="csY4" fmla="*/ 255507 h 319302"/>
              <a:gd name="csX5" fmla="*/ 2126512 w 3455582"/>
              <a:gd name="csY5" fmla="*/ 32223 h 319302"/>
              <a:gd name="csX6" fmla="*/ 2562447 w 3455582"/>
              <a:gd name="csY6" fmla="*/ 298037 h 319302"/>
              <a:gd name="csX7" fmla="*/ 3051544 w 3455582"/>
              <a:gd name="csY7" fmla="*/ 64121 h 319302"/>
              <a:gd name="csX8" fmla="*/ 3455582 w 3455582"/>
              <a:gd name="csY8" fmla="*/ 319302 h 319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3455582" h="319302">
                <a:moveTo>
                  <a:pt x="0" y="212977"/>
                </a:moveTo>
                <a:cubicBezTo>
                  <a:pt x="168348" y="103107"/>
                  <a:pt x="336697" y="-6763"/>
                  <a:pt x="499730" y="325"/>
                </a:cubicBezTo>
                <a:cubicBezTo>
                  <a:pt x="662763" y="7413"/>
                  <a:pt x="832884" y="253735"/>
                  <a:pt x="978196" y="255507"/>
                </a:cubicBezTo>
                <a:cubicBezTo>
                  <a:pt x="1123508" y="257279"/>
                  <a:pt x="1244009" y="10958"/>
                  <a:pt x="1371600" y="10958"/>
                </a:cubicBezTo>
                <a:cubicBezTo>
                  <a:pt x="1499191" y="10958"/>
                  <a:pt x="1617921" y="251963"/>
                  <a:pt x="1743740" y="255507"/>
                </a:cubicBezTo>
                <a:cubicBezTo>
                  <a:pt x="1869559" y="259051"/>
                  <a:pt x="1990061" y="25135"/>
                  <a:pt x="2126512" y="32223"/>
                </a:cubicBezTo>
                <a:cubicBezTo>
                  <a:pt x="2262963" y="39311"/>
                  <a:pt x="2408275" y="292721"/>
                  <a:pt x="2562447" y="298037"/>
                </a:cubicBezTo>
                <a:cubicBezTo>
                  <a:pt x="2716619" y="303353"/>
                  <a:pt x="2902688" y="60577"/>
                  <a:pt x="3051544" y="64121"/>
                </a:cubicBezTo>
                <a:cubicBezTo>
                  <a:pt x="3200400" y="67665"/>
                  <a:pt x="3327991" y="193483"/>
                  <a:pt x="3455582" y="319302"/>
                </a:cubicBezTo>
              </a:path>
            </a:pathLst>
          </a:custGeom>
          <a:noFill/>
          <a:ln w="28575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Freeform 75">
            <a:extLst>
              <a:ext uri="{FF2B5EF4-FFF2-40B4-BE49-F238E27FC236}">
                <a16:creationId xmlns:a16="http://schemas.microsoft.com/office/drawing/2014/main" id="{2D9F42F4-5E81-E7D1-3F93-E8F0302E8840}"/>
              </a:ext>
            </a:extLst>
          </p:cNvPr>
          <p:cNvSpPr/>
          <p:nvPr/>
        </p:nvSpPr>
        <p:spPr>
          <a:xfrm rot="583769">
            <a:off x="7091785" y="5192494"/>
            <a:ext cx="834137" cy="96281"/>
          </a:xfrm>
          <a:custGeom>
            <a:avLst/>
            <a:gdLst>
              <a:gd name="csX0" fmla="*/ 0 w 3455582"/>
              <a:gd name="csY0" fmla="*/ 212977 h 319302"/>
              <a:gd name="csX1" fmla="*/ 499730 w 3455582"/>
              <a:gd name="csY1" fmla="*/ 325 h 319302"/>
              <a:gd name="csX2" fmla="*/ 978196 w 3455582"/>
              <a:gd name="csY2" fmla="*/ 255507 h 319302"/>
              <a:gd name="csX3" fmla="*/ 1371600 w 3455582"/>
              <a:gd name="csY3" fmla="*/ 10958 h 319302"/>
              <a:gd name="csX4" fmla="*/ 1743740 w 3455582"/>
              <a:gd name="csY4" fmla="*/ 255507 h 319302"/>
              <a:gd name="csX5" fmla="*/ 2126512 w 3455582"/>
              <a:gd name="csY5" fmla="*/ 32223 h 319302"/>
              <a:gd name="csX6" fmla="*/ 2562447 w 3455582"/>
              <a:gd name="csY6" fmla="*/ 298037 h 319302"/>
              <a:gd name="csX7" fmla="*/ 3051544 w 3455582"/>
              <a:gd name="csY7" fmla="*/ 64121 h 319302"/>
              <a:gd name="csX8" fmla="*/ 3455582 w 3455582"/>
              <a:gd name="csY8" fmla="*/ 319302 h 319302"/>
              <a:gd name="csX0" fmla="*/ 0 w 3455582"/>
              <a:gd name="csY0" fmla="*/ 218043 h 324368"/>
              <a:gd name="csX1" fmla="*/ 499730 w 3455582"/>
              <a:gd name="csY1" fmla="*/ 5391 h 324368"/>
              <a:gd name="csX2" fmla="*/ 834136 w 3455582"/>
              <a:gd name="csY2" fmla="*/ 59721 h 324368"/>
              <a:gd name="csX3" fmla="*/ 1371600 w 3455582"/>
              <a:gd name="csY3" fmla="*/ 16024 h 324368"/>
              <a:gd name="csX4" fmla="*/ 1743740 w 3455582"/>
              <a:gd name="csY4" fmla="*/ 260573 h 324368"/>
              <a:gd name="csX5" fmla="*/ 2126512 w 3455582"/>
              <a:gd name="csY5" fmla="*/ 37289 h 324368"/>
              <a:gd name="csX6" fmla="*/ 2562447 w 3455582"/>
              <a:gd name="csY6" fmla="*/ 303103 h 324368"/>
              <a:gd name="csX7" fmla="*/ 3051544 w 3455582"/>
              <a:gd name="csY7" fmla="*/ 69187 h 324368"/>
              <a:gd name="csX8" fmla="*/ 3455582 w 3455582"/>
              <a:gd name="csY8" fmla="*/ 324368 h 324368"/>
              <a:gd name="csX0" fmla="*/ 0 w 3051544"/>
              <a:gd name="csY0" fmla="*/ 218043 h 303189"/>
              <a:gd name="csX1" fmla="*/ 499730 w 3051544"/>
              <a:gd name="csY1" fmla="*/ 5391 h 303189"/>
              <a:gd name="csX2" fmla="*/ 834136 w 3051544"/>
              <a:gd name="csY2" fmla="*/ 59721 h 303189"/>
              <a:gd name="csX3" fmla="*/ 1371600 w 3051544"/>
              <a:gd name="csY3" fmla="*/ 16024 h 303189"/>
              <a:gd name="csX4" fmla="*/ 1743740 w 3051544"/>
              <a:gd name="csY4" fmla="*/ 260573 h 303189"/>
              <a:gd name="csX5" fmla="*/ 2126512 w 3051544"/>
              <a:gd name="csY5" fmla="*/ 37289 h 303189"/>
              <a:gd name="csX6" fmla="*/ 2562447 w 3051544"/>
              <a:gd name="csY6" fmla="*/ 303103 h 303189"/>
              <a:gd name="csX7" fmla="*/ 3051544 w 3051544"/>
              <a:gd name="csY7" fmla="*/ 69187 h 303189"/>
              <a:gd name="csX0" fmla="*/ 0 w 2562447"/>
              <a:gd name="csY0" fmla="*/ 218043 h 303103"/>
              <a:gd name="csX1" fmla="*/ 499730 w 2562447"/>
              <a:gd name="csY1" fmla="*/ 5391 h 303103"/>
              <a:gd name="csX2" fmla="*/ 834136 w 2562447"/>
              <a:gd name="csY2" fmla="*/ 59721 h 303103"/>
              <a:gd name="csX3" fmla="*/ 1371600 w 2562447"/>
              <a:gd name="csY3" fmla="*/ 16024 h 303103"/>
              <a:gd name="csX4" fmla="*/ 1743740 w 2562447"/>
              <a:gd name="csY4" fmla="*/ 260573 h 303103"/>
              <a:gd name="csX5" fmla="*/ 2126512 w 2562447"/>
              <a:gd name="csY5" fmla="*/ 37289 h 303103"/>
              <a:gd name="csX6" fmla="*/ 2562447 w 2562447"/>
              <a:gd name="csY6" fmla="*/ 303103 h 303103"/>
              <a:gd name="csX0" fmla="*/ 0 w 2126512"/>
              <a:gd name="csY0" fmla="*/ 218043 h 260611"/>
              <a:gd name="csX1" fmla="*/ 499730 w 2126512"/>
              <a:gd name="csY1" fmla="*/ 5391 h 260611"/>
              <a:gd name="csX2" fmla="*/ 834136 w 2126512"/>
              <a:gd name="csY2" fmla="*/ 59721 h 260611"/>
              <a:gd name="csX3" fmla="*/ 1371600 w 2126512"/>
              <a:gd name="csY3" fmla="*/ 16024 h 260611"/>
              <a:gd name="csX4" fmla="*/ 1743740 w 2126512"/>
              <a:gd name="csY4" fmla="*/ 260573 h 260611"/>
              <a:gd name="csX5" fmla="*/ 2126512 w 2126512"/>
              <a:gd name="csY5" fmla="*/ 37289 h 260611"/>
              <a:gd name="csX0" fmla="*/ 0 w 1743740"/>
              <a:gd name="csY0" fmla="*/ 218043 h 260573"/>
              <a:gd name="csX1" fmla="*/ 499730 w 1743740"/>
              <a:gd name="csY1" fmla="*/ 5391 h 260573"/>
              <a:gd name="csX2" fmla="*/ 834136 w 1743740"/>
              <a:gd name="csY2" fmla="*/ 59721 h 260573"/>
              <a:gd name="csX3" fmla="*/ 1371600 w 1743740"/>
              <a:gd name="csY3" fmla="*/ 16024 h 260573"/>
              <a:gd name="csX4" fmla="*/ 1743740 w 1743740"/>
              <a:gd name="csY4" fmla="*/ 260573 h 260573"/>
              <a:gd name="csX0" fmla="*/ 0 w 1371600"/>
              <a:gd name="csY0" fmla="*/ 218043 h 218043"/>
              <a:gd name="csX1" fmla="*/ 499730 w 1371600"/>
              <a:gd name="csY1" fmla="*/ 5391 h 218043"/>
              <a:gd name="csX2" fmla="*/ 834136 w 1371600"/>
              <a:gd name="csY2" fmla="*/ 59721 h 218043"/>
              <a:gd name="csX3" fmla="*/ 1371600 w 1371600"/>
              <a:gd name="csY3" fmla="*/ 16024 h 218043"/>
              <a:gd name="csX0" fmla="*/ 0 w 834136"/>
              <a:gd name="csY0" fmla="*/ 218043 h 218043"/>
              <a:gd name="csX1" fmla="*/ 499730 w 834136"/>
              <a:gd name="csY1" fmla="*/ 5391 h 218043"/>
              <a:gd name="csX2" fmla="*/ 834136 w 834136"/>
              <a:gd name="csY2" fmla="*/ 59721 h 2180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34136" h="218043">
                <a:moveTo>
                  <a:pt x="0" y="218043"/>
                </a:moveTo>
                <a:cubicBezTo>
                  <a:pt x="168348" y="108173"/>
                  <a:pt x="360707" y="31778"/>
                  <a:pt x="499730" y="5391"/>
                </a:cubicBezTo>
                <a:cubicBezTo>
                  <a:pt x="638753" y="-20996"/>
                  <a:pt x="688824" y="57949"/>
                  <a:pt x="834136" y="59721"/>
                </a:cubicBezTo>
              </a:path>
            </a:pathLst>
          </a:custGeom>
          <a:noFill/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F1350447-D59A-ACC6-B92E-8B1BD2CB5374}"/>
              </a:ext>
            </a:extLst>
          </p:cNvPr>
          <p:cNvSpPr/>
          <p:nvPr/>
        </p:nvSpPr>
        <p:spPr>
          <a:xfrm>
            <a:off x="7156233" y="5298863"/>
            <a:ext cx="776906" cy="124548"/>
          </a:xfrm>
          <a:custGeom>
            <a:avLst/>
            <a:gdLst>
              <a:gd name="csX0" fmla="*/ 205 w 776906"/>
              <a:gd name="csY0" fmla="*/ 62274 h 124548"/>
              <a:gd name="csX1" fmla="*/ 659514 w 776906"/>
              <a:gd name="csY1" fmla="*/ 0 h 124548"/>
              <a:gd name="csX2" fmla="*/ 776591 w 776906"/>
              <a:gd name="csY2" fmla="*/ 62274 h 124548"/>
              <a:gd name="csX3" fmla="*/ 590503 w 776906"/>
              <a:gd name="csY3" fmla="*/ 124548 h 124548"/>
              <a:gd name="csX4" fmla="*/ 205 w 776906"/>
              <a:gd name="csY4" fmla="*/ 62274 h 1245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76906" h="124548" fill="none" extrusionOk="0">
                <a:moveTo>
                  <a:pt x="205" y="62274"/>
                </a:moveTo>
                <a:cubicBezTo>
                  <a:pt x="40828" y="44971"/>
                  <a:pt x="534156" y="-8312"/>
                  <a:pt x="659514" y="0"/>
                </a:cubicBezTo>
                <a:cubicBezTo>
                  <a:pt x="786842" y="-317"/>
                  <a:pt x="772940" y="31318"/>
                  <a:pt x="776591" y="62274"/>
                </a:cubicBezTo>
                <a:cubicBezTo>
                  <a:pt x="774939" y="80914"/>
                  <a:pt x="714274" y="132367"/>
                  <a:pt x="590503" y="124548"/>
                </a:cubicBezTo>
                <a:cubicBezTo>
                  <a:pt x="462839" y="125518"/>
                  <a:pt x="-4790" y="84596"/>
                  <a:pt x="205" y="62274"/>
                </a:cubicBezTo>
                <a:close/>
              </a:path>
              <a:path w="776906" h="124548" stroke="0" extrusionOk="0">
                <a:moveTo>
                  <a:pt x="205" y="62274"/>
                </a:moveTo>
                <a:cubicBezTo>
                  <a:pt x="-15563" y="24695"/>
                  <a:pt x="498853" y="11734"/>
                  <a:pt x="659514" y="0"/>
                </a:cubicBezTo>
                <a:cubicBezTo>
                  <a:pt x="793780" y="1025"/>
                  <a:pt x="769511" y="28106"/>
                  <a:pt x="776591" y="62274"/>
                </a:cubicBezTo>
                <a:cubicBezTo>
                  <a:pt x="768200" y="104862"/>
                  <a:pt x="718611" y="131672"/>
                  <a:pt x="590503" y="124548"/>
                </a:cubicBezTo>
                <a:cubicBezTo>
                  <a:pt x="457072" y="122341"/>
                  <a:pt x="-6210" y="85462"/>
                  <a:pt x="205" y="62274"/>
                </a:cubicBezTo>
                <a:close/>
              </a:path>
            </a:pathLst>
          </a:custGeom>
          <a:pattFill prst="dkUp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solidFill>
              <a:schemeClr val="accent1">
                <a:lumMod val="60000"/>
                <a:lumOff val="4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216668"/>
                      <a:gd name="csY0" fmla="*/ 62274 h 124547"/>
                      <a:gd name="csX1" fmla="*/ 608334 w 1216668"/>
                      <a:gd name="csY1" fmla="*/ 0 h 124547"/>
                      <a:gd name="csX2" fmla="*/ 1216668 w 1216668"/>
                      <a:gd name="csY2" fmla="*/ 62274 h 124547"/>
                      <a:gd name="csX3" fmla="*/ 608334 w 1216668"/>
                      <a:gd name="csY3" fmla="*/ 124548 h 124547"/>
                      <a:gd name="csX4" fmla="*/ 0 w 1216668"/>
                      <a:gd name="csY4" fmla="*/ 62274 h 124547"/>
                      <a:gd name="csX0" fmla="*/ 0 w 800108"/>
                      <a:gd name="csY0" fmla="*/ 62274 h 124548"/>
                      <a:gd name="csX1" fmla="*/ 608334 w 800108"/>
                      <a:gd name="csY1" fmla="*/ 0 h 124548"/>
                      <a:gd name="csX2" fmla="*/ 800108 w 800108"/>
                      <a:gd name="csY2" fmla="*/ 62274 h 124548"/>
                      <a:gd name="csX3" fmla="*/ 608334 w 800108"/>
                      <a:gd name="csY3" fmla="*/ 124548 h 124548"/>
                      <a:gd name="csX4" fmla="*/ 0 w 800108"/>
                      <a:gd name="csY4" fmla="*/ 62274 h 124548"/>
                      <a:gd name="csX0" fmla="*/ 212 w 800644"/>
                      <a:gd name="csY0" fmla="*/ 62274 h 124548"/>
                      <a:gd name="csX1" fmla="*/ 679666 w 800644"/>
                      <a:gd name="csY1" fmla="*/ 0 h 124548"/>
                      <a:gd name="csX2" fmla="*/ 800320 w 800644"/>
                      <a:gd name="csY2" fmla="*/ 62274 h 124548"/>
                      <a:gd name="csX3" fmla="*/ 608546 w 800644"/>
                      <a:gd name="csY3" fmla="*/ 124548 h 124548"/>
                      <a:gd name="csX4" fmla="*/ 212 w 800644"/>
                      <a:gd name="csY4" fmla="*/ 62274 h 12454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800644" h="124548">
                        <a:moveTo>
                          <a:pt x="212" y="62274"/>
                        </a:moveTo>
                        <a:cubicBezTo>
                          <a:pt x="12065" y="41516"/>
                          <a:pt x="546315" y="0"/>
                          <a:pt x="679666" y="0"/>
                        </a:cubicBezTo>
                        <a:cubicBezTo>
                          <a:pt x="813017" y="0"/>
                          <a:pt x="800320" y="27881"/>
                          <a:pt x="800320" y="62274"/>
                        </a:cubicBezTo>
                        <a:cubicBezTo>
                          <a:pt x="800320" y="96667"/>
                          <a:pt x="741897" y="124548"/>
                          <a:pt x="608546" y="124548"/>
                        </a:cubicBezTo>
                        <a:cubicBezTo>
                          <a:pt x="475195" y="124548"/>
                          <a:pt x="-11641" y="83032"/>
                          <a:pt x="212" y="62274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5BC6564-A315-A175-5718-675BB5B259A3}"/>
              </a:ext>
            </a:extLst>
          </p:cNvPr>
          <p:cNvSpPr/>
          <p:nvPr/>
        </p:nvSpPr>
        <p:spPr>
          <a:xfrm rot="523167">
            <a:off x="8151354" y="5350600"/>
            <a:ext cx="211599" cy="94578"/>
          </a:xfrm>
          <a:custGeom>
            <a:avLst/>
            <a:gdLst>
              <a:gd name="csX0" fmla="*/ 3765 w 211599"/>
              <a:gd name="csY0" fmla="*/ 17005 h 94578"/>
              <a:gd name="csX1" fmla="*/ 84822 w 211599"/>
              <a:gd name="csY1" fmla="*/ 451 h 94578"/>
              <a:gd name="csX2" fmla="*/ 211599 w 211599"/>
              <a:gd name="csY2" fmla="*/ 27165 h 94578"/>
              <a:gd name="csX3" fmla="*/ 34022 w 211599"/>
              <a:gd name="csY3" fmla="*/ 94519 h 94578"/>
              <a:gd name="csX4" fmla="*/ 3765 w 211599"/>
              <a:gd name="csY4" fmla="*/ 17005 h 945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1599" h="94578" fill="none" extrusionOk="0">
                <a:moveTo>
                  <a:pt x="3765" y="17005"/>
                </a:moveTo>
                <a:cubicBezTo>
                  <a:pt x="20427" y="2299"/>
                  <a:pt x="54331" y="-9779"/>
                  <a:pt x="84822" y="451"/>
                </a:cubicBezTo>
                <a:cubicBezTo>
                  <a:pt x="117351" y="1821"/>
                  <a:pt x="205311" y="-1307"/>
                  <a:pt x="211599" y="27165"/>
                </a:cubicBezTo>
                <a:cubicBezTo>
                  <a:pt x="210697" y="52953"/>
                  <a:pt x="63447" y="103458"/>
                  <a:pt x="34022" y="94519"/>
                </a:cubicBezTo>
                <a:cubicBezTo>
                  <a:pt x="2463" y="94551"/>
                  <a:pt x="-1142" y="33539"/>
                  <a:pt x="3765" y="17005"/>
                </a:cubicBezTo>
                <a:close/>
              </a:path>
              <a:path w="211599" h="94578" stroke="0" extrusionOk="0">
                <a:moveTo>
                  <a:pt x="3765" y="17005"/>
                </a:moveTo>
                <a:cubicBezTo>
                  <a:pt x="5298" y="-2950"/>
                  <a:pt x="48622" y="-656"/>
                  <a:pt x="84822" y="451"/>
                </a:cubicBezTo>
                <a:cubicBezTo>
                  <a:pt x="124035" y="3107"/>
                  <a:pt x="208821" y="-7140"/>
                  <a:pt x="211599" y="27165"/>
                </a:cubicBezTo>
                <a:cubicBezTo>
                  <a:pt x="204783" y="68214"/>
                  <a:pt x="66906" y="105915"/>
                  <a:pt x="34022" y="94519"/>
                </a:cubicBezTo>
                <a:cubicBezTo>
                  <a:pt x="-4701" y="90592"/>
                  <a:pt x="-850" y="34523"/>
                  <a:pt x="3765" y="17005"/>
                </a:cubicBezTo>
                <a:close/>
              </a:path>
            </a:pathLst>
          </a:custGeom>
          <a:pattFill prst="dkUpDiag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solidFill>
              <a:schemeClr val="accent1">
                <a:lumMod val="60000"/>
                <a:lumOff val="4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223073"/>
                      <a:gd name="csY0" fmla="*/ 62274 h 124547"/>
                      <a:gd name="csX1" fmla="*/ 111537 w 223073"/>
                      <a:gd name="csY1" fmla="*/ 0 h 124547"/>
                      <a:gd name="csX2" fmla="*/ 223074 w 223073"/>
                      <a:gd name="csY2" fmla="*/ 62274 h 124547"/>
                      <a:gd name="csX3" fmla="*/ 111537 w 223073"/>
                      <a:gd name="csY3" fmla="*/ 124548 h 124547"/>
                      <a:gd name="csX4" fmla="*/ 0 w 223073"/>
                      <a:gd name="csY4" fmla="*/ 62274 h 124547"/>
                      <a:gd name="csX0" fmla="*/ 122 w 223196"/>
                      <a:gd name="csY0" fmla="*/ 27446 h 89720"/>
                      <a:gd name="csX1" fmla="*/ 96419 w 223196"/>
                      <a:gd name="csY1" fmla="*/ 732 h 89720"/>
                      <a:gd name="csX2" fmla="*/ 223196 w 223196"/>
                      <a:gd name="csY2" fmla="*/ 27446 h 89720"/>
                      <a:gd name="csX3" fmla="*/ 111659 w 223196"/>
                      <a:gd name="csY3" fmla="*/ 89720 h 89720"/>
                      <a:gd name="csX4" fmla="*/ 122 w 223196"/>
                      <a:gd name="csY4" fmla="*/ 27446 h 89720"/>
                      <a:gd name="csX0" fmla="*/ 5659 w 228733"/>
                      <a:gd name="csY0" fmla="*/ 27446 h 94800"/>
                      <a:gd name="csX1" fmla="*/ 101956 w 228733"/>
                      <a:gd name="csY1" fmla="*/ 732 h 94800"/>
                      <a:gd name="csX2" fmla="*/ 228733 w 228733"/>
                      <a:gd name="csY2" fmla="*/ 27446 h 94800"/>
                      <a:gd name="csX3" fmla="*/ 51156 w 228733"/>
                      <a:gd name="csY3" fmla="*/ 94800 h 94800"/>
                      <a:gd name="csX4" fmla="*/ 5659 w 228733"/>
                      <a:gd name="csY4" fmla="*/ 27446 h 94800"/>
                      <a:gd name="csX0" fmla="*/ 3765 w 211599"/>
                      <a:gd name="csY0" fmla="*/ 17005 h 94578"/>
                      <a:gd name="csX1" fmla="*/ 84822 w 211599"/>
                      <a:gd name="csY1" fmla="*/ 451 h 94578"/>
                      <a:gd name="csX2" fmla="*/ 211599 w 211599"/>
                      <a:gd name="csY2" fmla="*/ 27165 h 94578"/>
                      <a:gd name="csX3" fmla="*/ 34022 w 211599"/>
                      <a:gd name="csY3" fmla="*/ 94519 h 94578"/>
                      <a:gd name="csX4" fmla="*/ 3765 w 211599"/>
                      <a:gd name="csY4" fmla="*/ 17005 h 9457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11599" h="94578">
                        <a:moveTo>
                          <a:pt x="3765" y="17005"/>
                        </a:moveTo>
                        <a:cubicBezTo>
                          <a:pt x="12232" y="1327"/>
                          <a:pt x="50183" y="-1242"/>
                          <a:pt x="84822" y="451"/>
                        </a:cubicBezTo>
                        <a:cubicBezTo>
                          <a:pt x="119461" y="2144"/>
                          <a:pt x="211599" y="-7228"/>
                          <a:pt x="211599" y="27165"/>
                        </a:cubicBezTo>
                        <a:cubicBezTo>
                          <a:pt x="211599" y="61558"/>
                          <a:pt x="68661" y="96212"/>
                          <a:pt x="34022" y="94519"/>
                        </a:cubicBezTo>
                        <a:cubicBezTo>
                          <a:pt x="-617" y="92826"/>
                          <a:pt x="-4702" y="32683"/>
                          <a:pt x="3765" y="17005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 78">
            <a:extLst>
              <a:ext uri="{FF2B5EF4-FFF2-40B4-BE49-F238E27FC236}">
                <a16:creationId xmlns:a16="http://schemas.microsoft.com/office/drawing/2014/main" id="{9BFE1455-5F70-9CA9-B90D-4975B02B9C9E}"/>
              </a:ext>
            </a:extLst>
          </p:cNvPr>
          <p:cNvSpPr/>
          <p:nvPr/>
        </p:nvSpPr>
        <p:spPr>
          <a:xfrm rot="583769">
            <a:off x="8099080" y="5420291"/>
            <a:ext cx="1479411" cy="649802"/>
          </a:xfrm>
          <a:custGeom>
            <a:avLst/>
            <a:gdLst>
              <a:gd name="csX0" fmla="*/ 0 w 3455582"/>
              <a:gd name="csY0" fmla="*/ 212977 h 319302"/>
              <a:gd name="csX1" fmla="*/ 499730 w 3455582"/>
              <a:gd name="csY1" fmla="*/ 325 h 319302"/>
              <a:gd name="csX2" fmla="*/ 978196 w 3455582"/>
              <a:gd name="csY2" fmla="*/ 255507 h 319302"/>
              <a:gd name="csX3" fmla="*/ 1371600 w 3455582"/>
              <a:gd name="csY3" fmla="*/ 10958 h 319302"/>
              <a:gd name="csX4" fmla="*/ 1743740 w 3455582"/>
              <a:gd name="csY4" fmla="*/ 255507 h 319302"/>
              <a:gd name="csX5" fmla="*/ 2126512 w 3455582"/>
              <a:gd name="csY5" fmla="*/ 32223 h 319302"/>
              <a:gd name="csX6" fmla="*/ 2562447 w 3455582"/>
              <a:gd name="csY6" fmla="*/ 298037 h 319302"/>
              <a:gd name="csX7" fmla="*/ 3051544 w 3455582"/>
              <a:gd name="csY7" fmla="*/ 64121 h 319302"/>
              <a:gd name="csX8" fmla="*/ 3455582 w 3455582"/>
              <a:gd name="csY8" fmla="*/ 319302 h 319302"/>
              <a:gd name="csX0" fmla="*/ 0 w 3455582"/>
              <a:gd name="csY0" fmla="*/ 218043 h 324368"/>
              <a:gd name="csX1" fmla="*/ 499730 w 3455582"/>
              <a:gd name="csY1" fmla="*/ 5391 h 324368"/>
              <a:gd name="csX2" fmla="*/ 834136 w 3455582"/>
              <a:gd name="csY2" fmla="*/ 59721 h 324368"/>
              <a:gd name="csX3" fmla="*/ 1371600 w 3455582"/>
              <a:gd name="csY3" fmla="*/ 16024 h 324368"/>
              <a:gd name="csX4" fmla="*/ 1743740 w 3455582"/>
              <a:gd name="csY4" fmla="*/ 260573 h 324368"/>
              <a:gd name="csX5" fmla="*/ 2126512 w 3455582"/>
              <a:gd name="csY5" fmla="*/ 37289 h 324368"/>
              <a:gd name="csX6" fmla="*/ 2562447 w 3455582"/>
              <a:gd name="csY6" fmla="*/ 303103 h 324368"/>
              <a:gd name="csX7" fmla="*/ 3051544 w 3455582"/>
              <a:gd name="csY7" fmla="*/ 69187 h 324368"/>
              <a:gd name="csX8" fmla="*/ 3455582 w 3455582"/>
              <a:gd name="csY8" fmla="*/ 324368 h 324368"/>
              <a:gd name="csX0" fmla="*/ 0 w 2955852"/>
              <a:gd name="csY0" fmla="*/ 5391 h 324368"/>
              <a:gd name="csX1" fmla="*/ 334406 w 2955852"/>
              <a:gd name="csY1" fmla="*/ 59721 h 324368"/>
              <a:gd name="csX2" fmla="*/ 871870 w 2955852"/>
              <a:gd name="csY2" fmla="*/ 16024 h 324368"/>
              <a:gd name="csX3" fmla="*/ 1244010 w 2955852"/>
              <a:gd name="csY3" fmla="*/ 260573 h 324368"/>
              <a:gd name="csX4" fmla="*/ 1626782 w 2955852"/>
              <a:gd name="csY4" fmla="*/ 37289 h 324368"/>
              <a:gd name="csX5" fmla="*/ 2062717 w 2955852"/>
              <a:gd name="csY5" fmla="*/ 303103 h 324368"/>
              <a:gd name="csX6" fmla="*/ 2551814 w 2955852"/>
              <a:gd name="csY6" fmla="*/ 69187 h 324368"/>
              <a:gd name="csX7" fmla="*/ 2955852 w 2955852"/>
              <a:gd name="csY7" fmla="*/ 324368 h 324368"/>
              <a:gd name="csX0" fmla="*/ 0 w 2621446"/>
              <a:gd name="csY0" fmla="*/ 51978 h 316625"/>
              <a:gd name="csX1" fmla="*/ 537464 w 2621446"/>
              <a:gd name="csY1" fmla="*/ 8281 h 316625"/>
              <a:gd name="csX2" fmla="*/ 909604 w 2621446"/>
              <a:gd name="csY2" fmla="*/ 252830 h 316625"/>
              <a:gd name="csX3" fmla="*/ 1292376 w 2621446"/>
              <a:gd name="csY3" fmla="*/ 29546 h 316625"/>
              <a:gd name="csX4" fmla="*/ 1728311 w 2621446"/>
              <a:gd name="csY4" fmla="*/ 295360 h 316625"/>
              <a:gd name="csX5" fmla="*/ 2217408 w 2621446"/>
              <a:gd name="csY5" fmla="*/ 61444 h 316625"/>
              <a:gd name="csX6" fmla="*/ 2621446 w 2621446"/>
              <a:gd name="csY6" fmla="*/ 316625 h 316625"/>
              <a:gd name="csX0" fmla="*/ 0 w 2396848"/>
              <a:gd name="csY0" fmla="*/ 28441 h 321940"/>
              <a:gd name="csX1" fmla="*/ 312866 w 2396848"/>
              <a:gd name="csY1" fmla="*/ 13596 h 321940"/>
              <a:gd name="csX2" fmla="*/ 685006 w 2396848"/>
              <a:gd name="csY2" fmla="*/ 258145 h 321940"/>
              <a:gd name="csX3" fmla="*/ 1067778 w 2396848"/>
              <a:gd name="csY3" fmla="*/ 34861 h 321940"/>
              <a:gd name="csX4" fmla="*/ 1503713 w 2396848"/>
              <a:gd name="csY4" fmla="*/ 300675 h 321940"/>
              <a:gd name="csX5" fmla="*/ 1992810 w 2396848"/>
              <a:gd name="csY5" fmla="*/ 66759 h 321940"/>
              <a:gd name="csX6" fmla="*/ 2396848 w 2396848"/>
              <a:gd name="csY6" fmla="*/ 321940 h 321940"/>
              <a:gd name="csX0" fmla="*/ 0 w 2376820"/>
              <a:gd name="csY0" fmla="*/ 22671 h 323946"/>
              <a:gd name="csX1" fmla="*/ 292838 w 2376820"/>
              <a:gd name="csY1" fmla="*/ 15602 h 323946"/>
              <a:gd name="csX2" fmla="*/ 664978 w 2376820"/>
              <a:gd name="csY2" fmla="*/ 260151 h 323946"/>
              <a:gd name="csX3" fmla="*/ 1047750 w 2376820"/>
              <a:gd name="csY3" fmla="*/ 36867 h 323946"/>
              <a:gd name="csX4" fmla="*/ 1483685 w 2376820"/>
              <a:gd name="csY4" fmla="*/ 302681 h 323946"/>
              <a:gd name="csX5" fmla="*/ 1972782 w 2376820"/>
              <a:gd name="csY5" fmla="*/ 68765 h 323946"/>
              <a:gd name="csX6" fmla="*/ 2376820 w 2376820"/>
              <a:gd name="csY6" fmla="*/ 323946 h 323946"/>
              <a:gd name="csX0" fmla="*/ 0 w 1972782"/>
              <a:gd name="csY0" fmla="*/ 22671 h 302767"/>
              <a:gd name="csX1" fmla="*/ 292838 w 1972782"/>
              <a:gd name="csY1" fmla="*/ 15602 h 302767"/>
              <a:gd name="csX2" fmla="*/ 664978 w 1972782"/>
              <a:gd name="csY2" fmla="*/ 260151 h 302767"/>
              <a:gd name="csX3" fmla="*/ 1047750 w 1972782"/>
              <a:gd name="csY3" fmla="*/ 36867 h 302767"/>
              <a:gd name="csX4" fmla="*/ 1483685 w 1972782"/>
              <a:gd name="csY4" fmla="*/ 302681 h 302767"/>
              <a:gd name="csX5" fmla="*/ 1972782 w 1972782"/>
              <a:gd name="csY5" fmla="*/ 68765 h 302767"/>
              <a:gd name="csX0" fmla="*/ 0 w 1483685"/>
              <a:gd name="csY0" fmla="*/ 22671 h 302681"/>
              <a:gd name="csX1" fmla="*/ 292838 w 1483685"/>
              <a:gd name="csY1" fmla="*/ 15602 h 302681"/>
              <a:gd name="csX2" fmla="*/ 664978 w 1483685"/>
              <a:gd name="csY2" fmla="*/ 260151 h 302681"/>
              <a:gd name="csX3" fmla="*/ 1047750 w 1483685"/>
              <a:gd name="csY3" fmla="*/ 36867 h 302681"/>
              <a:gd name="csX4" fmla="*/ 1483685 w 1483685"/>
              <a:gd name="csY4" fmla="*/ 302681 h 302681"/>
              <a:gd name="csX0" fmla="*/ 0 w 1479410"/>
              <a:gd name="csY0" fmla="*/ 39882 h 1488779"/>
              <a:gd name="csX1" fmla="*/ 292838 w 1479410"/>
              <a:gd name="csY1" fmla="*/ 32813 h 1488779"/>
              <a:gd name="csX2" fmla="*/ 664978 w 1479410"/>
              <a:gd name="csY2" fmla="*/ 277362 h 1488779"/>
              <a:gd name="csX3" fmla="*/ 1047750 w 1479410"/>
              <a:gd name="csY3" fmla="*/ 54078 h 1488779"/>
              <a:gd name="csX4" fmla="*/ 1479410 w 1479410"/>
              <a:gd name="csY4" fmla="*/ 1488778 h 1488779"/>
              <a:gd name="csX0" fmla="*/ 0 w 1479410"/>
              <a:gd name="csY0" fmla="*/ 22673 h 1471570"/>
              <a:gd name="csX1" fmla="*/ 292838 w 1479410"/>
              <a:gd name="csY1" fmla="*/ 15604 h 1471570"/>
              <a:gd name="csX2" fmla="*/ 664978 w 1479410"/>
              <a:gd name="csY2" fmla="*/ 260153 h 1471570"/>
              <a:gd name="csX3" fmla="*/ 1109694 w 1479410"/>
              <a:gd name="csY3" fmla="*/ 106194 h 1471570"/>
              <a:gd name="csX4" fmla="*/ 1479410 w 1479410"/>
              <a:gd name="csY4" fmla="*/ 1471569 h 14715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79410" h="1471570">
                <a:moveTo>
                  <a:pt x="0" y="22673"/>
                </a:moveTo>
                <a:cubicBezTo>
                  <a:pt x="145312" y="24445"/>
                  <a:pt x="182008" y="-23976"/>
                  <a:pt x="292838" y="15604"/>
                </a:cubicBezTo>
                <a:cubicBezTo>
                  <a:pt x="403668" y="55184"/>
                  <a:pt x="528835" y="245055"/>
                  <a:pt x="664978" y="260153"/>
                </a:cubicBezTo>
                <a:cubicBezTo>
                  <a:pt x="801121" y="275251"/>
                  <a:pt x="973955" y="-95709"/>
                  <a:pt x="1109694" y="106194"/>
                </a:cubicBezTo>
                <a:cubicBezTo>
                  <a:pt x="1245433" y="308097"/>
                  <a:pt x="1325238" y="1466253"/>
                  <a:pt x="1479410" y="1471569"/>
                </a:cubicBezTo>
              </a:path>
            </a:pathLst>
          </a:custGeom>
          <a:noFill/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 79">
            <a:extLst>
              <a:ext uri="{FF2B5EF4-FFF2-40B4-BE49-F238E27FC236}">
                <a16:creationId xmlns:a16="http://schemas.microsoft.com/office/drawing/2014/main" id="{5E2B6793-6B9C-BDD2-E9E0-21CBDFA7F9EA}"/>
              </a:ext>
            </a:extLst>
          </p:cNvPr>
          <p:cNvSpPr/>
          <p:nvPr/>
        </p:nvSpPr>
        <p:spPr>
          <a:xfrm rot="583769">
            <a:off x="10336818" y="5890313"/>
            <a:ext cx="130645" cy="309477"/>
          </a:xfrm>
          <a:custGeom>
            <a:avLst/>
            <a:gdLst>
              <a:gd name="csX0" fmla="*/ 0 w 3455582"/>
              <a:gd name="csY0" fmla="*/ 212977 h 319302"/>
              <a:gd name="csX1" fmla="*/ 499730 w 3455582"/>
              <a:gd name="csY1" fmla="*/ 325 h 319302"/>
              <a:gd name="csX2" fmla="*/ 978196 w 3455582"/>
              <a:gd name="csY2" fmla="*/ 255507 h 319302"/>
              <a:gd name="csX3" fmla="*/ 1371600 w 3455582"/>
              <a:gd name="csY3" fmla="*/ 10958 h 319302"/>
              <a:gd name="csX4" fmla="*/ 1743740 w 3455582"/>
              <a:gd name="csY4" fmla="*/ 255507 h 319302"/>
              <a:gd name="csX5" fmla="*/ 2126512 w 3455582"/>
              <a:gd name="csY5" fmla="*/ 32223 h 319302"/>
              <a:gd name="csX6" fmla="*/ 2562447 w 3455582"/>
              <a:gd name="csY6" fmla="*/ 298037 h 319302"/>
              <a:gd name="csX7" fmla="*/ 3051544 w 3455582"/>
              <a:gd name="csY7" fmla="*/ 64121 h 319302"/>
              <a:gd name="csX8" fmla="*/ 3455582 w 3455582"/>
              <a:gd name="csY8" fmla="*/ 319302 h 319302"/>
              <a:gd name="csX0" fmla="*/ 0 w 3455582"/>
              <a:gd name="csY0" fmla="*/ 218043 h 324368"/>
              <a:gd name="csX1" fmla="*/ 499730 w 3455582"/>
              <a:gd name="csY1" fmla="*/ 5391 h 324368"/>
              <a:gd name="csX2" fmla="*/ 834136 w 3455582"/>
              <a:gd name="csY2" fmla="*/ 59721 h 324368"/>
              <a:gd name="csX3" fmla="*/ 1371600 w 3455582"/>
              <a:gd name="csY3" fmla="*/ 16024 h 324368"/>
              <a:gd name="csX4" fmla="*/ 1743740 w 3455582"/>
              <a:gd name="csY4" fmla="*/ 260573 h 324368"/>
              <a:gd name="csX5" fmla="*/ 2126512 w 3455582"/>
              <a:gd name="csY5" fmla="*/ 37289 h 324368"/>
              <a:gd name="csX6" fmla="*/ 2562447 w 3455582"/>
              <a:gd name="csY6" fmla="*/ 303103 h 324368"/>
              <a:gd name="csX7" fmla="*/ 3051544 w 3455582"/>
              <a:gd name="csY7" fmla="*/ 69187 h 324368"/>
              <a:gd name="csX8" fmla="*/ 3455582 w 3455582"/>
              <a:gd name="csY8" fmla="*/ 324368 h 324368"/>
              <a:gd name="csX0" fmla="*/ 0 w 2955852"/>
              <a:gd name="csY0" fmla="*/ 5391 h 324368"/>
              <a:gd name="csX1" fmla="*/ 334406 w 2955852"/>
              <a:gd name="csY1" fmla="*/ 59721 h 324368"/>
              <a:gd name="csX2" fmla="*/ 871870 w 2955852"/>
              <a:gd name="csY2" fmla="*/ 16024 h 324368"/>
              <a:gd name="csX3" fmla="*/ 1244010 w 2955852"/>
              <a:gd name="csY3" fmla="*/ 260573 h 324368"/>
              <a:gd name="csX4" fmla="*/ 1626782 w 2955852"/>
              <a:gd name="csY4" fmla="*/ 37289 h 324368"/>
              <a:gd name="csX5" fmla="*/ 2062717 w 2955852"/>
              <a:gd name="csY5" fmla="*/ 303103 h 324368"/>
              <a:gd name="csX6" fmla="*/ 2551814 w 2955852"/>
              <a:gd name="csY6" fmla="*/ 69187 h 324368"/>
              <a:gd name="csX7" fmla="*/ 2955852 w 2955852"/>
              <a:gd name="csY7" fmla="*/ 324368 h 324368"/>
              <a:gd name="csX0" fmla="*/ 0 w 2621446"/>
              <a:gd name="csY0" fmla="*/ 51978 h 316625"/>
              <a:gd name="csX1" fmla="*/ 537464 w 2621446"/>
              <a:gd name="csY1" fmla="*/ 8281 h 316625"/>
              <a:gd name="csX2" fmla="*/ 909604 w 2621446"/>
              <a:gd name="csY2" fmla="*/ 252830 h 316625"/>
              <a:gd name="csX3" fmla="*/ 1292376 w 2621446"/>
              <a:gd name="csY3" fmla="*/ 29546 h 316625"/>
              <a:gd name="csX4" fmla="*/ 1728311 w 2621446"/>
              <a:gd name="csY4" fmla="*/ 295360 h 316625"/>
              <a:gd name="csX5" fmla="*/ 2217408 w 2621446"/>
              <a:gd name="csY5" fmla="*/ 61444 h 316625"/>
              <a:gd name="csX6" fmla="*/ 2621446 w 2621446"/>
              <a:gd name="csY6" fmla="*/ 316625 h 316625"/>
              <a:gd name="csX0" fmla="*/ 0 w 2396848"/>
              <a:gd name="csY0" fmla="*/ 28441 h 321940"/>
              <a:gd name="csX1" fmla="*/ 312866 w 2396848"/>
              <a:gd name="csY1" fmla="*/ 13596 h 321940"/>
              <a:gd name="csX2" fmla="*/ 685006 w 2396848"/>
              <a:gd name="csY2" fmla="*/ 258145 h 321940"/>
              <a:gd name="csX3" fmla="*/ 1067778 w 2396848"/>
              <a:gd name="csY3" fmla="*/ 34861 h 321940"/>
              <a:gd name="csX4" fmla="*/ 1503713 w 2396848"/>
              <a:gd name="csY4" fmla="*/ 300675 h 321940"/>
              <a:gd name="csX5" fmla="*/ 1992810 w 2396848"/>
              <a:gd name="csY5" fmla="*/ 66759 h 321940"/>
              <a:gd name="csX6" fmla="*/ 2396848 w 2396848"/>
              <a:gd name="csY6" fmla="*/ 321940 h 321940"/>
              <a:gd name="csX0" fmla="*/ 0 w 2376820"/>
              <a:gd name="csY0" fmla="*/ 22671 h 323946"/>
              <a:gd name="csX1" fmla="*/ 292838 w 2376820"/>
              <a:gd name="csY1" fmla="*/ 15602 h 323946"/>
              <a:gd name="csX2" fmla="*/ 664978 w 2376820"/>
              <a:gd name="csY2" fmla="*/ 260151 h 323946"/>
              <a:gd name="csX3" fmla="*/ 1047750 w 2376820"/>
              <a:gd name="csY3" fmla="*/ 36867 h 323946"/>
              <a:gd name="csX4" fmla="*/ 1483685 w 2376820"/>
              <a:gd name="csY4" fmla="*/ 302681 h 323946"/>
              <a:gd name="csX5" fmla="*/ 1972782 w 2376820"/>
              <a:gd name="csY5" fmla="*/ 68765 h 323946"/>
              <a:gd name="csX6" fmla="*/ 2376820 w 2376820"/>
              <a:gd name="csY6" fmla="*/ 323946 h 323946"/>
              <a:gd name="csX0" fmla="*/ 0 w 2083982"/>
              <a:gd name="csY0" fmla="*/ 1 h 308345"/>
              <a:gd name="csX1" fmla="*/ 372140 w 2083982"/>
              <a:gd name="csY1" fmla="*/ 244550 h 308345"/>
              <a:gd name="csX2" fmla="*/ 754912 w 2083982"/>
              <a:gd name="csY2" fmla="*/ 21266 h 308345"/>
              <a:gd name="csX3" fmla="*/ 1190847 w 2083982"/>
              <a:gd name="csY3" fmla="*/ 287080 h 308345"/>
              <a:gd name="csX4" fmla="*/ 1679944 w 2083982"/>
              <a:gd name="csY4" fmla="*/ 53164 h 308345"/>
              <a:gd name="csX5" fmla="*/ 2083982 w 2083982"/>
              <a:gd name="csY5" fmla="*/ 308345 h 308345"/>
              <a:gd name="csX0" fmla="*/ 0 w 1711842"/>
              <a:gd name="csY0" fmla="*/ 223441 h 287236"/>
              <a:gd name="csX1" fmla="*/ 382772 w 1711842"/>
              <a:gd name="csY1" fmla="*/ 157 h 287236"/>
              <a:gd name="csX2" fmla="*/ 818707 w 1711842"/>
              <a:gd name="csY2" fmla="*/ 265971 h 287236"/>
              <a:gd name="csX3" fmla="*/ 1307804 w 1711842"/>
              <a:gd name="csY3" fmla="*/ 32055 h 287236"/>
              <a:gd name="csX4" fmla="*/ 1711842 w 1711842"/>
              <a:gd name="csY4" fmla="*/ 287236 h 287236"/>
              <a:gd name="csX0" fmla="*/ 0 w 1329070"/>
              <a:gd name="csY0" fmla="*/ 1 h 287080"/>
              <a:gd name="csX1" fmla="*/ 435935 w 1329070"/>
              <a:gd name="csY1" fmla="*/ 265815 h 287080"/>
              <a:gd name="csX2" fmla="*/ 925032 w 1329070"/>
              <a:gd name="csY2" fmla="*/ 31899 h 287080"/>
              <a:gd name="csX3" fmla="*/ 1329070 w 1329070"/>
              <a:gd name="csY3" fmla="*/ 287080 h 287080"/>
              <a:gd name="csX0" fmla="*/ 0 w 893135"/>
              <a:gd name="csY0" fmla="*/ 233956 h 255221"/>
              <a:gd name="csX1" fmla="*/ 489097 w 893135"/>
              <a:gd name="csY1" fmla="*/ 40 h 255221"/>
              <a:gd name="csX2" fmla="*/ 893135 w 893135"/>
              <a:gd name="csY2" fmla="*/ 255221 h 255221"/>
              <a:gd name="csX0" fmla="*/ 0 w 404038"/>
              <a:gd name="csY0" fmla="*/ -1 h 255180"/>
              <a:gd name="csX1" fmla="*/ 404038 w 404038"/>
              <a:gd name="csY1" fmla="*/ 255180 h 255180"/>
              <a:gd name="csX0" fmla="*/ 0 w 124491"/>
              <a:gd name="csY0" fmla="*/ 861348 h 861357"/>
              <a:gd name="csX1" fmla="*/ 124491 w 124491"/>
              <a:gd name="csY1" fmla="*/ 11160 h 861357"/>
              <a:gd name="csX0" fmla="*/ 0 w 150102"/>
              <a:gd name="csY0" fmla="*/ 594958 h 594972"/>
              <a:gd name="csX1" fmla="*/ 150102 w 150102"/>
              <a:gd name="csY1" fmla="*/ 14960 h 594972"/>
              <a:gd name="csX0" fmla="*/ 0 w 130645"/>
              <a:gd name="csY0" fmla="*/ 713820 h 713832"/>
              <a:gd name="csX1" fmla="*/ 130645 w 130645"/>
              <a:gd name="csY1" fmla="*/ 12981 h 713832"/>
              <a:gd name="csX0" fmla="*/ 0 w 130645"/>
              <a:gd name="csY0" fmla="*/ 700839 h 700856"/>
              <a:gd name="csX1" fmla="*/ 130645 w 130645"/>
              <a:gd name="csY1" fmla="*/ 0 h 70085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0645" h="700856">
                <a:moveTo>
                  <a:pt x="0" y="700839"/>
                </a:moveTo>
                <a:cubicBezTo>
                  <a:pt x="148856" y="704383"/>
                  <a:pt x="51268" y="170612"/>
                  <a:pt x="130645" y="0"/>
                </a:cubicBezTo>
              </a:path>
            </a:pathLst>
          </a:custGeom>
          <a:noFill/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601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259</TotalTime>
  <Words>32</Words>
  <Application>Microsoft Macintosh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G. Pierce</dc:creator>
  <cp:lastModifiedBy>Ethan G. Pierce</cp:lastModifiedBy>
  <cp:revision>52</cp:revision>
  <cp:lastPrinted>2026-07-28T21:38:55Z</cp:lastPrinted>
  <dcterms:created xsi:type="dcterms:W3CDTF">2026-07-28T20:52:42Z</dcterms:created>
  <dcterms:modified xsi:type="dcterms:W3CDTF">2026-08-11T21:13:38Z</dcterms:modified>
</cp:coreProperties>
</file>