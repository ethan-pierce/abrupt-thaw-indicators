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5B28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294F-FF65-1058-F65F-E5FF52F13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84C12-FD2E-D09F-7E16-307F16CAC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46A6C-F882-DD00-C327-A52CB413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E288-DB87-AECB-B04C-B73B4742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B407F-CAC8-2406-B4B3-4C8A2DBA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8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51B0-42C9-54F0-AD1D-21353F50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952C9-9425-65B9-AD0B-D539038AC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FE37-4372-0F80-F465-EA1358D2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02810-7F08-575E-6DCC-E8125809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5F75-A3D7-7C65-A248-325E4B62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80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5440-15A1-8096-03D6-3E45A127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4045B-251C-A2CD-3A6C-4FBF08F6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C601D-9E00-73C7-CC8F-25A6C502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3EB3C-223C-9598-BD8A-EC9561FA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AD59-8A65-78B8-C0EE-1FFA2924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4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CA62-1667-735A-0B9B-D6E58F3C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E83DF-9935-2BB5-8961-B686E6E90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574D6-4690-5DE8-2AB5-4DA33EDB2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B1A87-D93E-4F9C-80F0-B2B5B564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45E89-632D-2ADC-CDB4-F9408B0F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B1DB-FD36-AB20-B663-2042748F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4F21-C2B2-B3C2-F689-E5CFD400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F7C9A-7E21-2746-A90B-1A329DC2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0B80C-AB26-5DC6-72A8-98F5EF623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963E38-02C3-CAC8-0A7D-4BBCEF589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046D5-D33A-8850-1DA1-4BF0334C9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B6484-52B0-41F6-D9E1-D7B2A81B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E600A-C45E-BB82-A613-32006463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D2EDB-8D11-15B2-A63B-BA07C71A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2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7147-9DEC-7DB2-C075-F70D8FCD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7080-DE2B-734C-3F68-238E5FE2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99460-5D98-E86D-9F59-50FBB5E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AECEA-0EEA-A375-B64F-1FE37AAB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1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C19F7-B810-CE55-A49A-2D8444EF1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81BE2-D389-2677-9552-10A617D0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C3FC0-C409-9BA1-EE47-68EEFC7A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0549-1BA3-43A9-094E-F0440C46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E17A-4DF9-66D3-62F0-8B4355FD1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3C679-EEA1-1EA7-FC31-A88D1A7FF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0105-D353-4E91-9821-C1CB3CA5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67965-CBAA-603F-A7FE-18DD7F2A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4DD6D-84BE-A178-DACB-46D17AE5C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EFE4-67D2-8359-D06F-945B7AE8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C3327-EFEB-24F8-3A07-7A6464306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FD8D5-534D-8C08-85C2-29C465445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58801-4B38-13FA-E5DC-AEB20B76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01E69-267D-EBCE-8B20-2EF79CA89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589CD-2C7A-F122-E0AE-A48751E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6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6582-B1B7-F6EC-2CDB-1AFAD385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1338F-28CB-2DDE-9E76-CAC93D57D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57B54-C3D2-5F2D-E519-D522BE0F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5B1D-4905-D568-CC1F-6DA1DC7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74F4-FB4E-D946-5690-D84A1093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2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910C2-7D49-5699-2138-3E1E1EE5D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3E882-891C-FBCC-7E87-F38373A3D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765C3-5FFF-ED7E-3CF0-FD739F83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DB9A-97F2-67E8-DA01-CAC96385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CE975-D504-C836-9C2C-92C89D5F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4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4C1B9-A5A2-BE90-0D1C-FBFFDFCA4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7AB8C-44F2-6192-4BC5-9354B702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07ACC-E28B-F88C-9425-16B2259F0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DFB6E-9C33-264E-B094-69C2B179F5E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9005-5A94-62AC-4FBF-AD2BDF698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FB632-654B-EB1E-D485-BD94F9E9A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ABA53-F9F7-D541-85E0-D5D967F4D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5756822D-F2C9-CD62-4914-55DCD987551F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3820657" y="1820569"/>
            <a:ext cx="3263343" cy="151880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EE176197-149A-6500-7454-980541F304C0}"/>
              </a:ext>
            </a:extLst>
          </p:cNvPr>
          <p:cNvCxnSpPr>
            <a:cxnSpLocks/>
            <a:stCxn id="92" idx="3"/>
            <a:endCxn id="94" idx="1"/>
          </p:cNvCxnSpPr>
          <p:nvPr/>
        </p:nvCxnSpPr>
        <p:spPr>
          <a:xfrm>
            <a:off x="3820657" y="3339377"/>
            <a:ext cx="3257510" cy="176564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6FF4D0-398A-353A-C24A-C482243AFB42}"/>
              </a:ext>
            </a:extLst>
          </p:cNvPr>
          <p:cNvGrpSpPr/>
          <p:nvPr/>
        </p:nvGrpSpPr>
        <p:grpSpPr>
          <a:xfrm>
            <a:off x="267632" y="2192927"/>
            <a:ext cx="3583962" cy="2609659"/>
            <a:chOff x="1585146" y="2208123"/>
            <a:chExt cx="3583961" cy="2609658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91C3DEB-8D36-FD5B-F6BE-6C4894DB8C53}"/>
                </a:ext>
              </a:extLst>
            </p:cNvPr>
            <p:cNvGrpSpPr/>
            <p:nvPr/>
          </p:nvGrpSpPr>
          <p:grpSpPr>
            <a:xfrm>
              <a:off x="1695525" y="2208123"/>
              <a:ext cx="3473582" cy="2292898"/>
              <a:chOff x="835730" y="1833767"/>
              <a:chExt cx="3473582" cy="2292898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BDF7524-398F-266E-E8FA-58EA105A376A}"/>
                  </a:ext>
                </a:extLst>
              </p:cNvPr>
              <p:cNvSpPr/>
              <p:nvPr/>
            </p:nvSpPr>
            <p:spPr>
              <a:xfrm>
                <a:off x="848667" y="1833767"/>
                <a:ext cx="3429708" cy="22928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D0ABB26C-FF41-2B81-661E-0EFC94D83F6D}"/>
                  </a:ext>
                </a:extLst>
              </p:cNvPr>
              <p:cNvSpPr/>
              <p:nvPr/>
            </p:nvSpPr>
            <p:spPr>
              <a:xfrm rot="583769">
                <a:off x="853730" y="2171863"/>
                <a:ext cx="3455582" cy="230455"/>
              </a:xfrm>
              <a:custGeom>
                <a:avLst/>
                <a:gdLst>
                  <a:gd name="csX0" fmla="*/ 0 w 3455582"/>
                  <a:gd name="csY0" fmla="*/ 212977 h 319302"/>
                  <a:gd name="csX1" fmla="*/ 499730 w 3455582"/>
                  <a:gd name="csY1" fmla="*/ 325 h 319302"/>
                  <a:gd name="csX2" fmla="*/ 978196 w 3455582"/>
                  <a:gd name="csY2" fmla="*/ 255507 h 319302"/>
                  <a:gd name="csX3" fmla="*/ 1371600 w 3455582"/>
                  <a:gd name="csY3" fmla="*/ 10958 h 319302"/>
                  <a:gd name="csX4" fmla="*/ 1743740 w 3455582"/>
                  <a:gd name="csY4" fmla="*/ 255507 h 319302"/>
                  <a:gd name="csX5" fmla="*/ 2126512 w 3455582"/>
                  <a:gd name="csY5" fmla="*/ 32223 h 319302"/>
                  <a:gd name="csX6" fmla="*/ 2562447 w 3455582"/>
                  <a:gd name="csY6" fmla="*/ 298037 h 319302"/>
                  <a:gd name="csX7" fmla="*/ 3051544 w 3455582"/>
                  <a:gd name="csY7" fmla="*/ 64121 h 319302"/>
                  <a:gd name="csX8" fmla="*/ 3455582 w 3455582"/>
                  <a:gd name="csY8" fmla="*/ 319302 h 319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455582" h="319302">
                    <a:moveTo>
                      <a:pt x="0" y="212977"/>
                    </a:moveTo>
                    <a:cubicBezTo>
                      <a:pt x="168348" y="103107"/>
                      <a:pt x="336697" y="-6763"/>
                      <a:pt x="499730" y="325"/>
                    </a:cubicBezTo>
                    <a:cubicBezTo>
                      <a:pt x="662763" y="7413"/>
                      <a:pt x="832884" y="253735"/>
                      <a:pt x="978196" y="255507"/>
                    </a:cubicBezTo>
                    <a:cubicBezTo>
                      <a:pt x="1123508" y="257279"/>
                      <a:pt x="1244009" y="10958"/>
                      <a:pt x="1371600" y="10958"/>
                    </a:cubicBezTo>
                    <a:cubicBezTo>
                      <a:pt x="1499191" y="10958"/>
                      <a:pt x="1617921" y="251963"/>
                      <a:pt x="1743740" y="255507"/>
                    </a:cubicBezTo>
                    <a:cubicBezTo>
                      <a:pt x="1869559" y="259051"/>
                      <a:pt x="1990061" y="25135"/>
                      <a:pt x="2126512" y="32223"/>
                    </a:cubicBezTo>
                    <a:cubicBezTo>
                      <a:pt x="2262963" y="39311"/>
                      <a:pt x="2408275" y="292721"/>
                      <a:pt x="2562447" y="298037"/>
                    </a:cubicBezTo>
                    <a:cubicBezTo>
                      <a:pt x="2716619" y="303353"/>
                      <a:pt x="2902688" y="60577"/>
                      <a:pt x="3051544" y="64121"/>
                    </a:cubicBezTo>
                    <a:cubicBezTo>
                      <a:pt x="3200400" y="67665"/>
                      <a:pt x="3327991" y="193483"/>
                      <a:pt x="3455582" y="319302"/>
                    </a:cubicBezTo>
                  </a:path>
                </a:pathLst>
              </a:cu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10BDEC4-4C0C-F9CA-9DB2-F2A9F0F4DA4F}"/>
                  </a:ext>
                </a:extLst>
              </p:cNvPr>
              <p:cNvSpPr/>
              <p:nvPr/>
            </p:nvSpPr>
            <p:spPr>
              <a:xfrm rot="583769">
                <a:off x="835730" y="3133651"/>
                <a:ext cx="3455582" cy="140994"/>
              </a:xfrm>
              <a:custGeom>
                <a:avLst/>
                <a:gdLst>
                  <a:gd name="csX0" fmla="*/ 0 w 3455582"/>
                  <a:gd name="csY0" fmla="*/ 212977 h 319302"/>
                  <a:gd name="csX1" fmla="*/ 499730 w 3455582"/>
                  <a:gd name="csY1" fmla="*/ 325 h 319302"/>
                  <a:gd name="csX2" fmla="*/ 978196 w 3455582"/>
                  <a:gd name="csY2" fmla="*/ 255507 h 319302"/>
                  <a:gd name="csX3" fmla="*/ 1371600 w 3455582"/>
                  <a:gd name="csY3" fmla="*/ 10958 h 319302"/>
                  <a:gd name="csX4" fmla="*/ 1743740 w 3455582"/>
                  <a:gd name="csY4" fmla="*/ 255507 h 319302"/>
                  <a:gd name="csX5" fmla="*/ 2126512 w 3455582"/>
                  <a:gd name="csY5" fmla="*/ 32223 h 319302"/>
                  <a:gd name="csX6" fmla="*/ 2562447 w 3455582"/>
                  <a:gd name="csY6" fmla="*/ 298037 h 319302"/>
                  <a:gd name="csX7" fmla="*/ 3051544 w 3455582"/>
                  <a:gd name="csY7" fmla="*/ 64121 h 319302"/>
                  <a:gd name="csX8" fmla="*/ 3455582 w 3455582"/>
                  <a:gd name="csY8" fmla="*/ 319302 h 319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455582" h="319302">
                    <a:moveTo>
                      <a:pt x="0" y="212977"/>
                    </a:moveTo>
                    <a:cubicBezTo>
                      <a:pt x="168348" y="103107"/>
                      <a:pt x="336697" y="-6763"/>
                      <a:pt x="499730" y="325"/>
                    </a:cubicBezTo>
                    <a:cubicBezTo>
                      <a:pt x="662763" y="7413"/>
                      <a:pt x="832884" y="253735"/>
                      <a:pt x="978196" y="255507"/>
                    </a:cubicBezTo>
                    <a:cubicBezTo>
                      <a:pt x="1123508" y="257279"/>
                      <a:pt x="1244009" y="10958"/>
                      <a:pt x="1371600" y="10958"/>
                    </a:cubicBezTo>
                    <a:cubicBezTo>
                      <a:pt x="1499191" y="10958"/>
                      <a:pt x="1617921" y="251963"/>
                      <a:pt x="1743740" y="255507"/>
                    </a:cubicBezTo>
                    <a:cubicBezTo>
                      <a:pt x="1869559" y="259051"/>
                      <a:pt x="1990061" y="25135"/>
                      <a:pt x="2126512" y="32223"/>
                    </a:cubicBezTo>
                    <a:cubicBezTo>
                      <a:pt x="2262963" y="39311"/>
                      <a:pt x="2408275" y="292721"/>
                      <a:pt x="2562447" y="298037"/>
                    </a:cubicBezTo>
                    <a:cubicBezTo>
                      <a:pt x="2716619" y="303353"/>
                      <a:pt x="2902688" y="60577"/>
                      <a:pt x="3051544" y="64121"/>
                    </a:cubicBezTo>
                    <a:cubicBezTo>
                      <a:pt x="3200400" y="67665"/>
                      <a:pt x="3327991" y="193483"/>
                      <a:pt x="3455582" y="319302"/>
                    </a:cubicBezTo>
                  </a:path>
                </a:pathLst>
              </a:custGeom>
              <a:noFill/>
              <a:ln w="28575">
                <a:solidFill>
                  <a:srgbClr val="C0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riangle 21">
                <a:extLst>
                  <a:ext uri="{FF2B5EF4-FFF2-40B4-BE49-F238E27FC236}">
                    <a16:creationId xmlns:a16="http://schemas.microsoft.com/office/drawing/2014/main" id="{D75DB433-09B5-D9F0-FD4F-8BAB0628489D}"/>
                  </a:ext>
                </a:extLst>
              </p:cNvPr>
              <p:cNvSpPr/>
              <p:nvPr/>
            </p:nvSpPr>
            <p:spPr>
              <a:xfrm rot="10800000">
                <a:off x="3304950" y="3380548"/>
                <a:ext cx="372140" cy="600742"/>
              </a:xfrm>
              <a:custGeom>
                <a:avLst/>
                <a:gdLst>
                  <a:gd name="csX0" fmla="*/ 0 w 372140"/>
                  <a:gd name="csY0" fmla="*/ 600742 h 600742"/>
                  <a:gd name="csX1" fmla="*/ 96756 w 372140"/>
                  <a:gd name="csY1" fmla="*/ 288356 h 600742"/>
                  <a:gd name="csX2" fmla="*/ 186070 w 372140"/>
                  <a:gd name="csY2" fmla="*/ 0 h 600742"/>
                  <a:gd name="csX3" fmla="*/ 279105 w 372140"/>
                  <a:gd name="csY3" fmla="*/ 300371 h 600742"/>
                  <a:gd name="csX4" fmla="*/ 372140 w 372140"/>
                  <a:gd name="csY4" fmla="*/ 600742 h 600742"/>
                  <a:gd name="csX5" fmla="*/ 0 w 372140"/>
                  <a:gd name="csY5" fmla="*/ 600742 h 600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72140" h="600742" fill="none" extrusionOk="0">
                    <a:moveTo>
                      <a:pt x="0" y="600742"/>
                    </a:moveTo>
                    <a:cubicBezTo>
                      <a:pt x="17148" y="487682"/>
                      <a:pt x="83913" y="452793"/>
                      <a:pt x="96756" y="288356"/>
                    </a:cubicBezTo>
                    <a:cubicBezTo>
                      <a:pt x="109600" y="123920"/>
                      <a:pt x="159056" y="110856"/>
                      <a:pt x="186070" y="0"/>
                    </a:cubicBezTo>
                    <a:cubicBezTo>
                      <a:pt x="236679" y="127067"/>
                      <a:pt x="226819" y="166318"/>
                      <a:pt x="279105" y="300371"/>
                    </a:cubicBezTo>
                    <a:cubicBezTo>
                      <a:pt x="331391" y="434424"/>
                      <a:pt x="324853" y="543767"/>
                      <a:pt x="372140" y="600742"/>
                    </a:cubicBezTo>
                    <a:cubicBezTo>
                      <a:pt x="281862" y="602259"/>
                      <a:pt x="74455" y="562500"/>
                      <a:pt x="0" y="600742"/>
                    </a:cubicBezTo>
                    <a:close/>
                  </a:path>
                  <a:path w="372140" h="600742" stroke="0" extrusionOk="0">
                    <a:moveTo>
                      <a:pt x="0" y="600742"/>
                    </a:moveTo>
                    <a:cubicBezTo>
                      <a:pt x="29635" y="487697"/>
                      <a:pt x="56165" y="431811"/>
                      <a:pt x="91174" y="306378"/>
                    </a:cubicBezTo>
                    <a:cubicBezTo>
                      <a:pt x="126183" y="180945"/>
                      <a:pt x="172285" y="134820"/>
                      <a:pt x="186070" y="0"/>
                    </a:cubicBezTo>
                    <a:cubicBezTo>
                      <a:pt x="222531" y="74624"/>
                      <a:pt x="252696" y="241426"/>
                      <a:pt x="282826" y="312386"/>
                    </a:cubicBezTo>
                    <a:cubicBezTo>
                      <a:pt x="312956" y="383345"/>
                      <a:pt x="328302" y="549691"/>
                      <a:pt x="372140" y="600742"/>
                    </a:cubicBezTo>
                    <a:cubicBezTo>
                      <a:pt x="234791" y="615806"/>
                      <a:pt x="133625" y="556551"/>
                      <a:pt x="0" y="600742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triangl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C5166D95-73A9-9B62-FB6E-7D443B5D21AE}"/>
                  </a:ext>
                </a:extLst>
              </p:cNvPr>
              <p:cNvSpPr/>
              <p:nvPr/>
            </p:nvSpPr>
            <p:spPr>
              <a:xfrm rot="10800000">
                <a:off x="1704328" y="3085883"/>
                <a:ext cx="372140" cy="600742"/>
              </a:xfrm>
              <a:custGeom>
                <a:avLst/>
                <a:gdLst>
                  <a:gd name="csX0" fmla="*/ 0 w 372140"/>
                  <a:gd name="csY0" fmla="*/ 600742 h 600742"/>
                  <a:gd name="csX1" fmla="*/ 96756 w 372140"/>
                  <a:gd name="csY1" fmla="*/ 288356 h 600742"/>
                  <a:gd name="csX2" fmla="*/ 186070 w 372140"/>
                  <a:gd name="csY2" fmla="*/ 0 h 600742"/>
                  <a:gd name="csX3" fmla="*/ 279105 w 372140"/>
                  <a:gd name="csY3" fmla="*/ 300371 h 600742"/>
                  <a:gd name="csX4" fmla="*/ 372140 w 372140"/>
                  <a:gd name="csY4" fmla="*/ 600742 h 600742"/>
                  <a:gd name="csX5" fmla="*/ 0 w 372140"/>
                  <a:gd name="csY5" fmla="*/ 600742 h 600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72140" h="600742" fill="none" extrusionOk="0">
                    <a:moveTo>
                      <a:pt x="0" y="600742"/>
                    </a:moveTo>
                    <a:cubicBezTo>
                      <a:pt x="17148" y="487682"/>
                      <a:pt x="83913" y="452793"/>
                      <a:pt x="96756" y="288356"/>
                    </a:cubicBezTo>
                    <a:cubicBezTo>
                      <a:pt x="109600" y="123920"/>
                      <a:pt x="159056" y="110856"/>
                      <a:pt x="186070" y="0"/>
                    </a:cubicBezTo>
                    <a:cubicBezTo>
                      <a:pt x="236679" y="127067"/>
                      <a:pt x="226819" y="166318"/>
                      <a:pt x="279105" y="300371"/>
                    </a:cubicBezTo>
                    <a:cubicBezTo>
                      <a:pt x="331391" y="434424"/>
                      <a:pt x="324853" y="543767"/>
                      <a:pt x="372140" y="600742"/>
                    </a:cubicBezTo>
                    <a:cubicBezTo>
                      <a:pt x="281862" y="602259"/>
                      <a:pt x="74455" y="562500"/>
                      <a:pt x="0" y="600742"/>
                    </a:cubicBezTo>
                    <a:close/>
                  </a:path>
                  <a:path w="372140" h="600742" stroke="0" extrusionOk="0">
                    <a:moveTo>
                      <a:pt x="0" y="600742"/>
                    </a:moveTo>
                    <a:cubicBezTo>
                      <a:pt x="29635" y="487697"/>
                      <a:pt x="56165" y="431811"/>
                      <a:pt x="91174" y="306378"/>
                    </a:cubicBezTo>
                    <a:cubicBezTo>
                      <a:pt x="126183" y="180945"/>
                      <a:pt x="172285" y="134820"/>
                      <a:pt x="186070" y="0"/>
                    </a:cubicBezTo>
                    <a:cubicBezTo>
                      <a:pt x="222531" y="74624"/>
                      <a:pt x="252696" y="241426"/>
                      <a:pt x="282826" y="312386"/>
                    </a:cubicBezTo>
                    <a:cubicBezTo>
                      <a:pt x="312956" y="383345"/>
                      <a:pt x="328302" y="549691"/>
                      <a:pt x="372140" y="600742"/>
                    </a:cubicBezTo>
                    <a:cubicBezTo>
                      <a:pt x="234791" y="615806"/>
                      <a:pt x="133625" y="556551"/>
                      <a:pt x="0" y="600742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triangle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01B9A63-AFB1-D962-FA13-10F4B3BA34D5}"/>
                </a:ext>
              </a:extLst>
            </p:cNvPr>
            <p:cNvSpPr txBox="1"/>
            <p:nvPr/>
          </p:nvSpPr>
          <p:spPr>
            <a:xfrm>
              <a:off x="1585146" y="4510004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excess ground ice 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BA217EC-3A6B-E88A-C25E-0C3D4D4746BA}"/>
                </a:ext>
              </a:extLst>
            </p:cNvPr>
            <p:cNvCxnSpPr>
              <a:cxnSpLocks/>
              <a:stCxn id="109" idx="3"/>
            </p:cNvCxnSpPr>
            <p:nvPr/>
          </p:nvCxnSpPr>
          <p:spPr>
            <a:xfrm flipV="1">
              <a:off x="3332674" y="4167191"/>
              <a:ext cx="832070" cy="496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1D8B5908-DAD8-EFD4-AB95-BE5851D02922}"/>
                </a:ext>
              </a:extLst>
            </p:cNvPr>
            <p:cNvCxnSpPr>
              <a:cxnSpLocks/>
              <a:stCxn id="109" idx="0"/>
              <a:endCxn id="116" idx="1"/>
            </p:cNvCxnSpPr>
            <p:nvPr/>
          </p:nvCxnSpPr>
          <p:spPr>
            <a:xfrm flipV="1">
              <a:off x="2458910" y="3893727"/>
              <a:ext cx="156921" cy="6162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628F5FE-7B55-3255-AAF8-3DD328BE70A6}"/>
                </a:ext>
              </a:extLst>
            </p:cNvPr>
            <p:cNvSpPr txBox="1"/>
            <p:nvPr/>
          </p:nvSpPr>
          <p:spPr>
            <a:xfrm>
              <a:off x="2603286" y="2952606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active layer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5DAE987-025D-BBB6-5F1A-99A246C6E0F1}"/>
                </a:ext>
              </a:extLst>
            </p:cNvPr>
            <p:cNvSpPr txBox="1"/>
            <p:nvPr/>
          </p:nvSpPr>
          <p:spPr>
            <a:xfrm>
              <a:off x="2615831" y="3739838"/>
              <a:ext cx="1747528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>
                  <a:latin typeface=""/>
                </a:rPr>
                <a:t>permafrost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CE60FCF-7704-CACD-3549-9BF315D55D26}"/>
              </a:ext>
            </a:extLst>
          </p:cNvPr>
          <p:cNvGrpSpPr/>
          <p:nvPr/>
        </p:nvGrpSpPr>
        <p:grpSpPr>
          <a:xfrm>
            <a:off x="7060431" y="674119"/>
            <a:ext cx="3481142" cy="2292898"/>
            <a:chOff x="5985433" y="173058"/>
            <a:chExt cx="3481141" cy="2292898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367E0E9-DFD8-64E5-685D-3FBD5FD6EA15}"/>
                </a:ext>
              </a:extLst>
            </p:cNvPr>
            <p:cNvSpPr/>
            <p:nvPr/>
          </p:nvSpPr>
          <p:spPr>
            <a:xfrm>
              <a:off x="6009003" y="173058"/>
              <a:ext cx="3429708" cy="22928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BD53F515-FDDB-8504-C6DE-91263D47E895}"/>
                </a:ext>
              </a:extLst>
            </p:cNvPr>
            <p:cNvSpPr/>
            <p:nvPr/>
          </p:nvSpPr>
          <p:spPr>
            <a:xfrm rot="583769">
              <a:off x="6003433" y="580524"/>
              <a:ext cx="3455582" cy="230455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CD263A0-C3F6-C327-7218-CB40D7C2D97E}"/>
                </a:ext>
              </a:extLst>
            </p:cNvPr>
            <p:cNvSpPr/>
            <p:nvPr/>
          </p:nvSpPr>
          <p:spPr>
            <a:xfrm rot="583769">
              <a:off x="5985433" y="1542312"/>
              <a:ext cx="3455582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A7F997E-4167-C904-665F-245B78A5D3D2}"/>
                </a:ext>
              </a:extLst>
            </p:cNvPr>
            <p:cNvSpPr/>
            <p:nvPr/>
          </p:nvSpPr>
          <p:spPr>
            <a:xfrm rot="583769">
              <a:off x="6010992" y="1855119"/>
              <a:ext cx="3455582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7207E280-21DC-30A8-88C6-35E3246C8DC8}"/>
                </a:ext>
              </a:extLst>
            </p:cNvPr>
            <p:cNvSpPr/>
            <p:nvPr/>
          </p:nvSpPr>
          <p:spPr>
            <a:xfrm rot="10800000">
              <a:off x="8539714" y="2125432"/>
              <a:ext cx="174091" cy="281033"/>
            </a:xfrm>
            <a:custGeom>
              <a:avLst/>
              <a:gdLst>
                <a:gd name="csX0" fmla="*/ 0 w 174091"/>
                <a:gd name="csY0" fmla="*/ 281033 h 281033"/>
                <a:gd name="csX1" fmla="*/ 87046 w 174091"/>
                <a:gd name="csY1" fmla="*/ 0 h 281033"/>
                <a:gd name="csX2" fmla="*/ 174091 w 174091"/>
                <a:gd name="csY2" fmla="*/ 281033 h 281033"/>
                <a:gd name="csX3" fmla="*/ 0 w 174091"/>
                <a:gd name="csY3" fmla="*/ 281033 h 2810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4091" h="281033" fill="none" extrusionOk="0">
                  <a:moveTo>
                    <a:pt x="0" y="281033"/>
                  </a:moveTo>
                  <a:cubicBezTo>
                    <a:pt x="21145" y="176143"/>
                    <a:pt x="77616" y="123856"/>
                    <a:pt x="87046" y="0"/>
                  </a:cubicBezTo>
                  <a:cubicBezTo>
                    <a:pt x="155180" y="122058"/>
                    <a:pt x="121618" y="178167"/>
                    <a:pt x="174091" y="281033"/>
                  </a:cubicBezTo>
                  <a:cubicBezTo>
                    <a:pt x="108807" y="299393"/>
                    <a:pt x="43525" y="261499"/>
                    <a:pt x="0" y="281033"/>
                  </a:cubicBezTo>
                  <a:close/>
                </a:path>
                <a:path w="174091" h="281033" stroke="0" extrusionOk="0">
                  <a:moveTo>
                    <a:pt x="0" y="281033"/>
                  </a:moveTo>
                  <a:cubicBezTo>
                    <a:pt x="33431" y="156348"/>
                    <a:pt x="92812" y="99939"/>
                    <a:pt x="87046" y="0"/>
                  </a:cubicBezTo>
                  <a:cubicBezTo>
                    <a:pt x="141024" y="73912"/>
                    <a:pt x="119232" y="156818"/>
                    <a:pt x="174091" y="281033"/>
                  </a:cubicBezTo>
                  <a:cubicBezTo>
                    <a:pt x="136298" y="284727"/>
                    <a:pt x="51806" y="280496"/>
                    <a:pt x="0" y="281033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triangl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riangle 42">
              <a:extLst>
                <a:ext uri="{FF2B5EF4-FFF2-40B4-BE49-F238E27FC236}">
                  <a16:creationId xmlns:a16="http://schemas.microsoft.com/office/drawing/2014/main" id="{CB0F292E-890E-7D5D-133B-3E25B945BC24}"/>
                </a:ext>
              </a:extLst>
            </p:cNvPr>
            <p:cNvSpPr/>
            <p:nvPr/>
          </p:nvSpPr>
          <p:spPr>
            <a:xfrm rot="10800000">
              <a:off x="6917827" y="1833767"/>
              <a:ext cx="174090" cy="281032"/>
            </a:xfrm>
            <a:custGeom>
              <a:avLst/>
              <a:gdLst>
                <a:gd name="csX0" fmla="*/ 0 w 174090"/>
                <a:gd name="csY0" fmla="*/ 281032 h 281032"/>
                <a:gd name="csX1" fmla="*/ 87045 w 174090"/>
                <a:gd name="csY1" fmla="*/ 0 h 281032"/>
                <a:gd name="csX2" fmla="*/ 174090 w 174090"/>
                <a:gd name="csY2" fmla="*/ 281032 h 281032"/>
                <a:gd name="csX3" fmla="*/ 0 w 174090"/>
                <a:gd name="csY3" fmla="*/ 281032 h 2810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4090" h="281032" fill="none" extrusionOk="0">
                  <a:moveTo>
                    <a:pt x="0" y="281032"/>
                  </a:moveTo>
                  <a:cubicBezTo>
                    <a:pt x="28933" y="166757"/>
                    <a:pt x="59949" y="103645"/>
                    <a:pt x="87045" y="0"/>
                  </a:cubicBezTo>
                  <a:cubicBezTo>
                    <a:pt x="153017" y="128129"/>
                    <a:pt x="115664" y="190050"/>
                    <a:pt x="174090" y="281032"/>
                  </a:cubicBezTo>
                  <a:cubicBezTo>
                    <a:pt x="102997" y="291835"/>
                    <a:pt x="38796" y="275857"/>
                    <a:pt x="0" y="281032"/>
                  </a:cubicBezTo>
                  <a:close/>
                </a:path>
                <a:path w="174090" h="281032" stroke="0" extrusionOk="0">
                  <a:moveTo>
                    <a:pt x="0" y="281032"/>
                  </a:moveTo>
                  <a:cubicBezTo>
                    <a:pt x="7284" y="142694"/>
                    <a:pt x="71956" y="86275"/>
                    <a:pt x="87045" y="0"/>
                  </a:cubicBezTo>
                  <a:cubicBezTo>
                    <a:pt x="135085" y="86631"/>
                    <a:pt x="116517" y="164852"/>
                    <a:pt x="174090" y="281032"/>
                  </a:cubicBezTo>
                  <a:cubicBezTo>
                    <a:pt x="130604" y="297370"/>
                    <a:pt x="51744" y="268363"/>
                    <a:pt x="0" y="281032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triangl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6719F42-6BE2-01EA-D25E-B32368EE80BF}"/>
                </a:ext>
              </a:extLst>
            </p:cNvPr>
            <p:cNvCxnSpPr>
              <a:stCxn id="41" idx="4"/>
              <a:endCxn id="44" idx="4"/>
            </p:cNvCxnSpPr>
            <p:nvPr/>
          </p:nvCxnSpPr>
          <p:spPr>
            <a:xfrm>
              <a:off x="7721790" y="1657223"/>
              <a:ext cx="25559" cy="31280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0FE50E7-5E58-FE87-8F22-3A491EA40942}"/>
                </a:ext>
              </a:extLst>
            </p:cNvPr>
            <p:cNvCxnSpPr>
              <a:cxnSpLocks/>
              <a:stCxn id="41" idx="1"/>
              <a:endCxn id="44" idx="1"/>
            </p:cNvCxnSpPr>
            <p:nvPr/>
          </p:nvCxnSpPr>
          <p:spPr>
            <a:xfrm>
              <a:off x="6514716" y="1335930"/>
              <a:ext cx="25559" cy="31280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1BF4A8C-D97C-8F04-2199-F781D558ECE7}"/>
                </a:ext>
              </a:extLst>
            </p:cNvPr>
            <p:cNvCxnSpPr>
              <a:cxnSpLocks/>
              <a:stCxn id="41" idx="7"/>
              <a:endCxn id="44" idx="7"/>
            </p:cNvCxnSpPr>
            <p:nvPr/>
          </p:nvCxnSpPr>
          <p:spPr>
            <a:xfrm>
              <a:off x="9025066" y="1794942"/>
              <a:ext cx="25559" cy="31280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AD63837-79AA-36C3-9B8A-4CE12EAAEE97}"/>
              </a:ext>
            </a:extLst>
          </p:cNvPr>
          <p:cNvGrpSpPr/>
          <p:nvPr/>
        </p:nvGrpSpPr>
        <p:grpSpPr>
          <a:xfrm>
            <a:off x="7053832" y="3958569"/>
            <a:ext cx="3473582" cy="2292898"/>
            <a:chOff x="5995872" y="3441894"/>
            <a:chExt cx="3473582" cy="229289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3B635C6-08A4-1153-08D8-FEC58B23BAD8}"/>
                </a:ext>
              </a:extLst>
            </p:cNvPr>
            <p:cNvSpPr/>
            <p:nvPr/>
          </p:nvSpPr>
          <p:spPr>
            <a:xfrm>
              <a:off x="6020206" y="3441894"/>
              <a:ext cx="3429708" cy="22928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E557F542-8E98-3761-9666-F520280398F9}"/>
                </a:ext>
              </a:extLst>
            </p:cNvPr>
            <p:cNvSpPr/>
            <p:nvPr/>
          </p:nvSpPr>
          <p:spPr>
            <a:xfrm rot="583769">
              <a:off x="6013872" y="3855685"/>
              <a:ext cx="3455582" cy="230455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9884D1F-4854-FE3D-8309-1F00F6C58CC7}"/>
                </a:ext>
              </a:extLst>
            </p:cNvPr>
            <p:cNvSpPr/>
            <p:nvPr/>
          </p:nvSpPr>
          <p:spPr>
            <a:xfrm rot="583769">
              <a:off x="5995872" y="4817473"/>
              <a:ext cx="3455582" cy="140994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5582" h="319302">
                  <a:moveTo>
                    <a:pt x="0" y="212977"/>
                  </a:moveTo>
                  <a:cubicBezTo>
                    <a:pt x="168348" y="103107"/>
                    <a:pt x="336697" y="-6763"/>
                    <a:pt x="499730" y="325"/>
                  </a:cubicBezTo>
                  <a:cubicBezTo>
                    <a:pt x="662763" y="7413"/>
                    <a:pt x="832884" y="253735"/>
                    <a:pt x="978196" y="255507"/>
                  </a:cubicBezTo>
                  <a:cubicBezTo>
                    <a:pt x="1123508" y="257279"/>
                    <a:pt x="1244009" y="10958"/>
                    <a:pt x="1371600" y="10958"/>
                  </a:cubicBezTo>
                  <a:cubicBezTo>
                    <a:pt x="1499191" y="10958"/>
                    <a:pt x="1617921" y="251963"/>
                    <a:pt x="1743740" y="255507"/>
                  </a:cubicBezTo>
                  <a:cubicBezTo>
                    <a:pt x="1869559" y="259051"/>
                    <a:pt x="1990061" y="25135"/>
                    <a:pt x="2126512" y="32223"/>
                  </a:cubicBezTo>
                  <a:cubicBezTo>
                    <a:pt x="2262963" y="39311"/>
                    <a:pt x="2408275" y="292721"/>
                    <a:pt x="2562447" y="298037"/>
                  </a:cubicBezTo>
                  <a:cubicBezTo>
                    <a:pt x="2716619" y="303353"/>
                    <a:pt x="2902688" y="60577"/>
                    <a:pt x="3051544" y="64121"/>
                  </a:cubicBezTo>
                  <a:cubicBezTo>
                    <a:pt x="3200400" y="67665"/>
                    <a:pt x="3327991" y="193483"/>
                    <a:pt x="3455582" y="319302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DD467F9-F817-59A3-0895-A72F25F13AFA}"/>
                </a:ext>
              </a:extLst>
            </p:cNvPr>
            <p:cNvSpPr/>
            <p:nvPr/>
          </p:nvSpPr>
          <p:spPr>
            <a:xfrm rot="583769">
              <a:off x="5996344" y="4988766"/>
              <a:ext cx="3459478" cy="522016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  <a:gd name="csX0" fmla="*/ 0 w 3455582"/>
                <a:gd name="csY0" fmla="*/ 702961 h 809286"/>
                <a:gd name="csX1" fmla="*/ 441036 w 3455582"/>
                <a:gd name="csY1" fmla="*/ 63 h 809286"/>
                <a:gd name="csX2" fmla="*/ 978196 w 3455582"/>
                <a:gd name="csY2" fmla="*/ 745491 h 809286"/>
                <a:gd name="csX3" fmla="*/ 1371600 w 3455582"/>
                <a:gd name="csY3" fmla="*/ 500942 h 809286"/>
                <a:gd name="csX4" fmla="*/ 1743740 w 3455582"/>
                <a:gd name="csY4" fmla="*/ 745491 h 809286"/>
                <a:gd name="csX5" fmla="*/ 2126512 w 3455582"/>
                <a:gd name="csY5" fmla="*/ 522207 h 809286"/>
                <a:gd name="csX6" fmla="*/ 2562447 w 3455582"/>
                <a:gd name="csY6" fmla="*/ 788021 h 809286"/>
                <a:gd name="csX7" fmla="*/ 3051544 w 3455582"/>
                <a:gd name="csY7" fmla="*/ 554105 h 809286"/>
                <a:gd name="csX8" fmla="*/ 3455582 w 3455582"/>
                <a:gd name="csY8" fmla="*/ 809286 h 809286"/>
                <a:gd name="csX0" fmla="*/ 0 w 3516374"/>
                <a:gd name="csY0" fmla="*/ 109768 h 876539"/>
                <a:gd name="csX1" fmla="*/ 501828 w 3516374"/>
                <a:gd name="csY1" fmla="*/ 67316 h 876539"/>
                <a:gd name="csX2" fmla="*/ 1038988 w 3516374"/>
                <a:gd name="csY2" fmla="*/ 812744 h 876539"/>
                <a:gd name="csX3" fmla="*/ 1432392 w 3516374"/>
                <a:gd name="csY3" fmla="*/ 568195 h 876539"/>
                <a:gd name="csX4" fmla="*/ 1804532 w 3516374"/>
                <a:gd name="csY4" fmla="*/ 812744 h 876539"/>
                <a:gd name="csX5" fmla="*/ 2187304 w 3516374"/>
                <a:gd name="csY5" fmla="*/ 589460 h 876539"/>
                <a:gd name="csX6" fmla="*/ 2623239 w 3516374"/>
                <a:gd name="csY6" fmla="*/ 855274 h 876539"/>
                <a:gd name="csX7" fmla="*/ 3112336 w 3516374"/>
                <a:gd name="csY7" fmla="*/ 621358 h 876539"/>
                <a:gd name="csX8" fmla="*/ 3516374 w 3516374"/>
                <a:gd name="csY8" fmla="*/ 876539 h 876539"/>
                <a:gd name="csX0" fmla="*/ 0 w 3516374"/>
                <a:gd name="csY0" fmla="*/ 31552 h 798323"/>
                <a:gd name="csX1" fmla="*/ 542553 w 3516374"/>
                <a:gd name="csY1" fmla="*/ 242022 h 798323"/>
                <a:gd name="csX2" fmla="*/ 1038988 w 3516374"/>
                <a:gd name="csY2" fmla="*/ 734528 h 798323"/>
                <a:gd name="csX3" fmla="*/ 1432392 w 3516374"/>
                <a:gd name="csY3" fmla="*/ 489979 h 798323"/>
                <a:gd name="csX4" fmla="*/ 1804532 w 3516374"/>
                <a:gd name="csY4" fmla="*/ 734528 h 798323"/>
                <a:gd name="csX5" fmla="*/ 2187304 w 3516374"/>
                <a:gd name="csY5" fmla="*/ 511244 h 798323"/>
                <a:gd name="csX6" fmla="*/ 2623239 w 3516374"/>
                <a:gd name="csY6" fmla="*/ 777058 h 798323"/>
                <a:gd name="csX7" fmla="*/ 3112336 w 3516374"/>
                <a:gd name="csY7" fmla="*/ 543142 h 798323"/>
                <a:gd name="csX8" fmla="*/ 3516374 w 3516374"/>
                <a:gd name="csY8" fmla="*/ 798323 h 798323"/>
                <a:gd name="csX0" fmla="*/ 0 w 3516374"/>
                <a:gd name="csY0" fmla="*/ 44669 h 1360128"/>
                <a:gd name="csX1" fmla="*/ 542553 w 3516374"/>
                <a:gd name="csY1" fmla="*/ 255139 h 1360128"/>
                <a:gd name="csX2" fmla="*/ 1290209 w 3516374"/>
                <a:gd name="csY2" fmla="*/ 1358574 h 1360128"/>
                <a:gd name="csX3" fmla="*/ 1432392 w 3516374"/>
                <a:gd name="csY3" fmla="*/ 503096 h 1360128"/>
                <a:gd name="csX4" fmla="*/ 1804532 w 3516374"/>
                <a:gd name="csY4" fmla="*/ 747645 h 1360128"/>
                <a:gd name="csX5" fmla="*/ 2187304 w 3516374"/>
                <a:gd name="csY5" fmla="*/ 524361 h 1360128"/>
                <a:gd name="csX6" fmla="*/ 2623239 w 3516374"/>
                <a:gd name="csY6" fmla="*/ 790175 h 1360128"/>
                <a:gd name="csX7" fmla="*/ 3112336 w 3516374"/>
                <a:gd name="csY7" fmla="*/ 556259 h 1360128"/>
                <a:gd name="csX8" fmla="*/ 3516374 w 3516374"/>
                <a:gd name="csY8" fmla="*/ 811440 h 1360128"/>
                <a:gd name="csX0" fmla="*/ 0 w 3516374"/>
                <a:gd name="csY0" fmla="*/ 44669 h 1361061"/>
                <a:gd name="csX1" fmla="*/ 542553 w 3516374"/>
                <a:gd name="csY1" fmla="*/ 255139 h 1361061"/>
                <a:gd name="csX2" fmla="*/ 1290209 w 3516374"/>
                <a:gd name="csY2" fmla="*/ 1358574 h 1361061"/>
                <a:gd name="csX3" fmla="*/ 1598571 w 3516374"/>
                <a:gd name="csY3" fmla="*/ 560719 h 1361061"/>
                <a:gd name="csX4" fmla="*/ 1804532 w 3516374"/>
                <a:gd name="csY4" fmla="*/ 747645 h 1361061"/>
                <a:gd name="csX5" fmla="*/ 2187304 w 3516374"/>
                <a:gd name="csY5" fmla="*/ 524361 h 1361061"/>
                <a:gd name="csX6" fmla="*/ 2623239 w 3516374"/>
                <a:gd name="csY6" fmla="*/ 790175 h 1361061"/>
                <a:gd name="csX7" fmla="*/ 3112336 w 3516374"/>
                <a:gd name="csY7" fmla="*/ 556259 h 1361061"/>
                <a:gd name="csX8" fmla="*/ 3516374 w 3516374"/>
                <a:gd name="csY8" fmla="*/ 811440 h 1361061"/>
                <a:gd name="csX0" fmla="*/ 0 w 3516374"/>
                <a:gd name="csY0" fmla="*/ 44669 h 1361099"/>
                <a:gd name="csX1" fmla="*/ 542553 w 3516374"/>
                <a:gd name="csY1" fmla="*/ 255139 h 1361099"/>
                <a:gd name="csX2" fmla="*/ 1290209 w 3516374"/>
                <a:gd name="csY2" fmla="*/ 1358574 h 1361099"/>
                <a:gd name="csX3" fmla="*/ 1598571 w 3516374"/>
                <a:gd name="csY3" fmla="*/ 560719 h 1361099"/>
                <a:gd name="csX4" fmla="*/ 1863815 w 3516374"/>
                <a:gd name="csY4" fmla="*/ 675765 h 1361099"/>
                <a:gd name="csX5" fmla="*/ 2187304 w 3516374"/>
                <a:gd name="csY5" fmla="*/ 524361 h 1361099"/>
                <a:gd name="csX6" fmla="*/ 2623239 w 3516374"/>
                <a:gd name="csY6" fmla="*/ 790175 h 1361099"/>
                <a:gd name="csX7" fmla="*/ 3112336 w 3516374"/>
                <a:gd name="csY7" fmla="*/ 556259 h 1361099"/>
                <a:gd name="csX8" fmla="*/ 3516374 w 3516374"/>
                <a:gd name="csY8" fmla="*/ 811440 h 1361099"/>
                <a:gd name="csX0" fmla="*/ 0 w 3472056"/>
                <a:gd name="csY0" fmla="*/ 166140 h 1182183"/>
                <a:gd name="csX1" fmla="*/ 498235 w 3472056"/>
                <a:gd name="csY1" fmla="*/ 76223 h 1182183"/>
                <a:gd name="csX2" fmla="*/ 1245891 w 3472056"/>
                <a:gd name="csY2" fmla="*/ 1179658 h 1182183"/>
                <a:gd name="csX3" fmla="*/ 1554253 w 3472056"/>
                <a:gd name="csY3" fmla="*/ 381803 h 1182183"/>
                <a:gd name="csX4" fmla="*/ 1819497 w 3472056"/>
                <a:gd name="csY4" fmla="*/ 496849 h 1182183"/>
                <a:gd name="csX5" fmla="*/ 2142986 w 3472056"/>
                <a:gd name="csY5" fmla="*/ 345445 h 1182183"/>
                <a:gd name="csX6" fmla="*/ 2578921 w 3472056"/>
                <a:gd name="csY6" fmla="*/ 611259 h 1182183"/>
                <a:gd name="csX7" fmla="*/ 3068018 w 3472056"/>
                <a:gd name="csY7" fmla="*/ 377343 h 1182183"/>
                <a:gd name="csX8" fmla="*/ 3472056 w 3472056"/>
                <a:gd name="csY8" fmla="*/ 632524 h 1182183"/>
                <a:gd name="csX0" fmla="*/ 0 w 3472056"/>
                <a:gd name="csY0" fmla="*/ 166140 h 1182183"/>
                <a:gd name="csX1" fmla="*/ 498235 w 3472056"/>
                <a:gd name="csY1" fmla="*/ 76223 h 1182183"/>
                <a:gd name="csX2" fmla="*/ 1245891 w 3472056"/>
                <a:gd name="csY2" fmla="*/ 1179658 h 1182183"/>
                <a:gd name="csX3" fmla="*/ 1554253 w 3472056"/>
                <a:gd name="csY3" fmla="*/ 381803 h 1182183"/>
                <a:gd name="csX4" fmla="*/ 1819497 w 3472056"/>
                <a:gd name="csY4" fmla="*/ 496849 h 1182183"/>
                <a:gd name="csX5" fmla="*/ 2140888 w 3472056"/>
                <a:gd name="csY5" fmla="*/ 175247 h 1182183"/>
                <a:gd name="csX6" fmla="*/ 2578921 w 3472056"/>
                <a:gd name="csY6" fmla="*/ 611259 h 1182183"/>
                <a:gd name="csX7" fmla="*/ 3068018 w 3472056"/>
                <a:gd name="csY7" fmla="*/ 377343 h 1182183"/>
                <a:gd name="csX8" fmla="*/ 3472056 w 3472056"/>
                <a:gd name="csY8" fmla="*/ 632524 h 1182183"/>
                <a:gd name="csX0" fmla="*/ 0 w 3472056"/>
                <a:gd name="csY0" fmla="*/ 166140 h 1182183"/>
                <a:gd name="csX1" fmla="*/ 498235 w 3472056"/>
                <a:gd name="csY1" fmla="*/ 76223 h 1182183"/>
                <a:gd name="csX2" fmla="*/ 1245891 w 3472056"/>
                <a:gd name="csY2" fmla="*/ 1179658 h 1182183"/>
                <a:gd name="csX3" fmla="*/ 1554253 w 3472056"/>
                <a:gd name="csY3" fmla="*/ 381803 h 1182183"/>
                <a:gd name="csX4" fmla="*/ 1819497 w 3472056"/>
                <a:gd name="csY4" fmla="*/ 496849 h 1182183"/>
                <a:gd name="csX5" fmla="*/ 2140888 w 3472056"/>
                <a:gd name="csY5" fmla="*/ 175247 h 1182183"/>
                <a:gd name="csX6" fmla="*/ 2700190 w 3472056"/>
                <a:gd name="csY6" fmla="*/ 930624 h 1182183"/>
                <a:gd name="csX7" fmla="*/ 3068018 w 3472056"/>
                <a:gd name="csY7" fmla="*/ 377343 h 1182183"/>
                <a:gd name="csX8" fmla="*/ 3472056 w 3472056"/>
                <a:gd name="csY8" fmla="*/ 632524 h 1182183"/>
                <a:gd name="csX0" fmla="*/ 0 w 3472056"/>
                <a:gd name="csY0" fmla="*/ 166140 h 1182183"/>
                <a:gd name="csX1" fmla="*/ 498235 w 3472056"/>
                <a:gd name="csY1" fmla="*/ 76223 h 1182183"/>
                <a:gd name="csX2" fmla="*/ 1245891 w 3472056"/>
                <a:gd name="csY2" fmla="*/ 1179658 h 1182183"/>
                <a:gd name="csX3" fmla="*/ 1554253 w 3472056"/>
                <a:gd name="csY3" fmla="*/ 381803 h 1182183"/>
                <a:gd name="csX4" fmla="*/ 1819497 w 3472056"/>
                <a:gd name="csY4" fmla="*/ 496849 h 1182183"/>
                <a:gd name="csX5" fmla="*/ 2140888 w 3472056"/>
                <a:gd name="csY5" fmla="*/ 175247 h 1182183"/>
                <a:gd name="csX6" fmla="*/ 2700190 w 3472056"/>
                <a:gd name="csY6" fmla="*/ 930624 h 1182183"/>
                <a:gd name="csX7" fmla="*/ 3259943 w 3472056"/>
                <a:gd name="csY7" fmla="*/ 205098 h 1182183"/>
                <a:gd name="csX8" fmla="*/ 3472056 w 3472056"/>
                <a:gd name="csY8" fmla="*/ 632524 h 1182183"/>
                <a:gd name="csX0" fmla="*/ 0 w 3459478"/>
                <a:gd name="csY0" fmla="*/ 166140 h 1182183"/>
                <a:gd name="csX1" fmla="*/ 498235 w 3459478"/>
                <a:gd name="csY1" fmla="*/ 76223 h 1182183"/>
                <a:gd name="csX2" fmla="*/ 1245891 w 3459478"/>
                <a:gd name="csY2" fmla="*/ 1179658 h 1182183"/>
                <a:gd name="csX3" fmla="*/ 1554253 w 3459478"/>
                <a:gd name="csY3" fmla="*/ 381803 h 1182183"/>
                <a:gd name="csX4" fmla="*/ 1819497 w 3459478"/>
                <a:gd name="csY4" fmla="*/ 496849 h 1182183"/>
                <a:gd name="csX5" fmla="*/ 2140888 w 3459478"/>
                <a:gd name="csY5" fmla="*/ 175247 h 1182183"/>
                <a:gd name="csX6" fmla="*/ 2700190 w 3459478"/>
                <a:gd name="csY6" fmla="*/ 930624 h 1182183"/>
                <a:gd name="csX7" fmla="*/ 3259943 w 3459478"/>
                <a:gd name="csY7" fmla="*/ 205098 h 1182183"/>
                <a:gd name="csX8" fmla="*/ 3459478 w 3459478"/>
                <a:gd name="csY8" fmla="*/ 466393 h 1182183"/>
                <a:gd name="csX0" fmla="*/ 0 w 3459478"/>
                <a:gd name="csY0" fmla="*/ 166140 h 1182183"/>
                <a:gd name="csX1" fmla="*/ 498235 w 3459478"/>
                <a:gd name="csY1" fmla="*/ 76223 h 1182183"/>
                <a:gd name="csX2" fmla="*/ 1245891 w 3459478"/>
                <a:gd name="csY2" fmla="*/ 1179658 h 1182183"/>
                <a:gd name="csX3" fmla="*/ 1554253 w 3459478"/>
                <a:gd name="csY3" fmla="*/ 381803 h 1182183"/>
                <a:gd name="csX4" fmla="*/ 1819497 w 3459478"/>
                <a:gd name="csY4" fmla="*/ 496849 h 1182183"/>
                <a:gd name="csX5" fmla="*/ 2140888 w 3459478"/>
                <a:gd name="csY5" fmla="*/ 175247 h 1182183"/>
                <a:gd name="csX6" fmla="*/ 2673539 w 3459478"/>
                <a:gd name="csY6" fmla="*/ 721098 h 1182183"/>
                <a:gd name="csX7" fmla="*/ 3259943 w 3459478"/>
                <a:gd name="csY7" fmla="*/ 205098 h 1182183"/>
                <a:gd name="csX8" fmla="*/ 3459478 w 3459478"/>
                <a:gd name="csY8" fmla="*/ 466393 h 11821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59478" h="1182183">
                  <a:moveTo>
                    <a:pt x="0" y="166140"/>
                  </a:moveTo>
                  <a:cubicBezTo>
                    <a:pt x="168348" y="56270"/>
                    <a:pt x="290586" y="-92697"/>
                    <a:pt x="498235" y="76223"/>
                  </a:cubicBezTo>
                  <a:cubicBezTo>
                    <a:pt x="705884" y="245143"/>
                    <a:pt x="1069888" y="1128728"/>
                    <a:pt x="1245891" y="1179658"/>
                  </a:cubicBezTo>
                  <a:cubicBezTo>
                    <a:pt x="1421894" y="1230588"/>
                    <a:pt x="1458652" y="495605"/>
                    <a:pt x="1554253" y="381803"/>
                  </a:cubicBezTo>
                  <a:cubicBezTo>
                    <a:pt x="1649854" y="268002"/>
                    <a:pt x="1721725" y="531275"/>
                    <a:pt x="1819497" y="496849"/>
                  </a:cubicBezTo>
                  <a:cubicBezTo>
                    <a:pt x="1917270" y="462423"/>
                    <a:pt x="1998548" y="137872"/>
                    <a:pt x="2140888" y="175247"/>
                  </a:cubicBezTo>
                  <a:cubicBezTo>
                    <a:pt x="2283228" y="212622"/>
                    <a:pt x="2487030" y="716123"/>
                    <a:pt x="2673539" y="721098"/>
                  </a:cubicBezTo>
                  <a:cubicBezTo>
                    <a:pt x="2860048" y="726073"/>
                    <a:pt x="3111087" y="201554"/>
                    <a:pt x="3259943" y="205098"/>
                  </a:cubicBezTo>
                  <a:cubicBezTo>
                    <a:pt x="3408799" y="208642"/>
                    <a:pt x="3331887" y="340574"/>
                    <a:pt x="3459478" y="46639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59">
              <a:extLst>
                <a:ext uri="{FF2B5EF4-FFF2-40B4-BE49-F238E27FC236}">
                  <a16:creationId xmlns:a16="http://schemas.microsoft.com/office/drawing/2014/main" id="{36F4BA78-EEAB-2F57-1B72-E2E7876C4A56}"/>
                </a:ext>
              </a:extLst>
            </p:cNvPr>
            <p:cNvSpPr/>
            <p:nvPr/>
          </p:nvSpPr>
          <p:spPr>
            <a:xfrm rot="10800000">
              <a:off x="8605298" y="5464771"/>
              <a:ext cx="174091" cy="187304"/>
            </a:xfrm>
            <a:custGeom>
              <a:avLst/>
              <a:gdLst>
                <a:gd name="csX0" fmla="*/ 0 w 174091"/>
                <a:gd name="csY0" fmla="*/ 187304 h 187304"/>
                <a:gd name="csX1" fmla="*/ 87046 w 174091"/>
                <a:gd name="csY1" fmla="*/ 0 h 187304"/>
                <a:gd name="csX2" fmla="*/ 174091 w 174091"/>
                <a:gd name="csY2" fmla="*/ 187304 h 187304"/>
                <a:gd name="csX3" fmla="*/ 0 w 174091"/>
                <a:gd name="csY3" fmla="*/ 187304 h 1873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4091" h="187304" fill="none" extrusionOk="0">
                  <a:moveTo>
                    <a:pt x="0" y="187304"/>
                  </a:moveTo>
                  <a:cubicBezTo>
                    <a:pt x="10096" y="115889"/>
                    <a:pt x="79424" y="49311"/>
                    <a:pt x="87046" y="0"/>
                  </a:cubicBezTo>
                  <a:cubicBezTo>
                    <a:pt x="140071" y="88714"/>
                    <a:pt x="131228" y="112182"/>
                    <a:pt x="174091" y="187304"/>
                  </a:cubicBezTo>
                  <a:cubicBezTo>
                    <a:pt x="108807" y="205664"/>
                    <a:pt x="43525" y="167770"/>
                    <a:pt x="0" y="187304"/>
                  </a:cubicBezTo>
                  <a:close/>
                </a:path>
                <a:path w="174091" h="187304" stroke="0" extrusionOk="0">
                  <a:moveTo>
                    <a:pt x="0" y="187304"/>
                  </a:moveTo>
                  <a:cubicBezTo>
                    <a:pt x="29852" y="104109"/>
                    <a:pt x="79737" y="67544"/>
                    <a:pt x="87046" y="0"/>
                  </a:cubicBezTo>
                  <a:cubicBezTo>
                    <a:pt x="114099" y="42911"/>
                    <a:pt x="123730" y="116209"/>
                    <a:pt x="174091" y="187304"/>
                  </a:cubicBezTo>
                  <a:cubicBezTo>
                    <a:pt x="136298" y="190998"/>
                    <a:pt x="51806" y="186767"/>
                    <a:pt x="0" y="187304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triangl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634F77D-2640-F06A-21CF-216E829812E2}"/>
                </a:ext>
              </a:extLst>
            </p:cNvPr>
            <p:cNvCxnSpPr>
              <a:stCxn id="58" idx="4"/>
              <a:endCxn id="59" idx="4"/>
            </p:cNvCxnSpPr>
            <p:nvPr/>
          </p:nvCxnSpPr>
          <p:spPr>
            <a:xfrm>
              <a:off x="7732229" y="4932384"/>
              <a:ext cx="89354" cy="29154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9EFFD67-9666-C9E2-98E6-00457830B415}"/>
                </a:ext>
              </a:extLst>
            </p:cNvPr>
            <p:cNvCxnSpPr>
              <a:cxnSpLocks/>
              <a:stCxn id="58" idx="1"/>
              <a:endCxn id="59" idx="1"/>
            </p:cNvCxnSpPr>
            <p:nvPr/>
          </p:nvCxnSpPr>
          <p:spPr>
            <a:xfrm>
              <a:off x="6525155" y="4611091"/>
              <a:ext cx="25559" cy="206483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25452D6-746B-450F-B444-188F5D7E6276}"/>
                </a:ext>
              </a:extLst>
            </p:cNvPr>
            <p:cNvCxnSpPr>
              <a:cxnSpLocks/>
              <a:stCxn id="58" idx="7"/>
              <a:endCxn id="59" idx="7"/>
            </p:cNvCxnSpPr>
            <p:nvPr/>
          </p:nvCxnSpPr>
          <p:spPr>
            <a:xfrm>
              <a:off x="9035505" y="5070103"/>
              <a:ext cx="227577" cy="27027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AAAD468-4766-0521-4E2F-3C3C2E0B2EEB}"/>
                </a:ext>
              </a:extLst>
            </p:cNvPr>
            <p:cNvSpPr/>
            <p:nvPr/>
          </p:nvSpPr>
          <p:spPr>
            <a:xfrm rot="583769">
              <a:off x="6040293" y="3882850"/>
              <a:ext cx="3408574" cy="536080"/>
            </a:xfrm>
            <a:custGeom>
              <a:avLst/>
              <a:gdLst>
                <a:gd name="csX0" fmla="*/ 0 w 3455582"/>
                <a:gd name="csY0" fmla="*/ 212977 h 319302"/>
                <a:gd name="csX1" fmla="*/ 499730 w 3455582"/>
                <a:gd name="csY1" fmla="*/ 325 h 319302"/>
                <a:gd name="csX2" fmla="*/ 978196 w 3455582"/>
                <a:gd name="csY2" fmla="*/ 255507 h 319302"/>
                <a:gd name="csX3" fmla="*/ 1371600 w 3455582"/>
                <a:gd name="csY3" fmla="*/ 10958 h 319302"/>
                <a:gd name="csX4" fmla="*/ 1743740 w 3455582"/>
                <a:gd name="csY4" fmla="*/ 255507 h 319302"/>
                <a:gd name="csX5" fmla="*/ 2126512 w 3455582"/>
                <a:gd name="csY5" fmla="*/ 32223 h 319302"/>
                <a:gd name="csX6" fmla="*/ 2562447 w 3455582"/>
                <a:gd name="csY6" fmla="*/ 298037 h 319302"/>
                <a:gd name="csX7" fmla="*/ 3051544 w 3455582"/>
                <a:gd name="csY7" fmla="*/ 64121 h 319302"/>
                <a:gd name="csX8" fmla="*/ 3455582 w 3455582"/>
                <a:gd name="csY8" fmla="*/ 319302 h 319302"/>
                <a:gd name="csX0" fmla="*/ 0 w 3455582"/>
                <a:gd name="csY0" fmla="*/ 524706 h 631031"/>
                <a:gd name="csX1" fmla="*/ 428760 w 3455582"/>
                <a:gd name="csY1" fmla="*/ 88 h 631031"/>
                <a:gd name="csX2" fmla="*/ 978196 w 3455582"/>
                <a:gd name="csY2" fmla="*/ 567236 h 631031"/>
                <a:gd name="csX3" fmla="*/ 1371600 w 3455582"/>
                <a:gd name="csY3" fmla="*/ 322687 h 631031"/>
                <a:gd name="csX4" fmla="*/ 1743740 w 3455582"/>
                <a:gd name="csY4" fmla="*/ 567236 h 631031"/>
                <a:gd name="csX5" fmla="*/ 2126512 w 3455582"/>
                <a:gd name="csY5" fmla="*/ 343952 h 631031"/>
                <a:gd name="csX6" fmla="*/ 2562447 w 3455582"/>
                <a:gd name="csY6" fmla="*/ 609766 h 631031"/>
                <a:gd name="csX7" fmla="*/ 3051544 w 3455582"/>
                <a:gd name="csY7" fmla="*/ 375850 h 631031"/>
                <a:gd name="csX8" fmla="*/ 3455582 w 3455582"/>
                <a:gd name="csY8" fmla="*/ 631031 h 631031"/>
                <a:gd name="csX0" fmla="*/ 0 w 3484633"/>
                <a:gd name="csY0" fmla="*/ 216451 h 644703"/>
                <a:gd name="csX1" fmla="*/ 457811 w 3484633"/>
                <a:gd name="csY1" fmla="*/ 13760 h 644703"/>
                <a:gd name="csX2" fmla="*/ 1007247 w 3484633"/>
                <a:gd name="csY2" fmla="*/ 580908 h 644703"/>
                <a:gd name="csX3" fmla="*/ 1400651 w 3484633"/>
                <a:gd name="csY3" fmla="*/ 336359 h 644703"/>
                <a:gd name="csX4" fmla="*/ 1772791 w 3484633"/>
                <a:gd name="csY4" fmla="*/ 580908 h 644703"/>
                <a:gd name="csX5" fmla="*/ 2155563 w 3484633"/>
                <a:gd name="csY5" fmla="*/ 357624 h 644703"/>
                <a:gd name="csX6" fmla="*/ 2591498 w 3484633"/>
                <a:gd name="csY6" fmla="*/ 623438 h 644703"/>
                <a:gd name="csX7" fmla="*/ 3080595 w 3484633"/>
                <a:gd name="csY7" fmla="*/ 389522 h 644703"/>
                <a:gd name="csX8" fmla="*/ 3484633 w 3484633"/>
                <a:gd name="csY8" fmla="*/ 644703 h 644703"/>
                <a:gd name="csX0" fmla="*/ 0 w 3484633"/>
                <a:gd name="csY0" fmla="*/ 217710 h 645962"/>
                <a:gd name="csX1" fmla="*/ 457811 w 3484633"/>
                <a:gd name="csY1" fmla="*/ 15019 h 645962"/>
                <a:gd name="csX2" fmla="*/ 912931 w 3484633"/>
                <a:gd name="csY2" fmla="*/ 604573 h 645962"/>
                <a:gd name="csX3" fmla="*/ 1400651 w 3484633"/>
                <a:gd name="csY3" fmla="*/ 337618 h 645962"/>
                <a:gd name="csX4" fmla="*/ 1772791 w 3484633"/>
                <a:gd name="csY4" fmla="*/ 582167 h 645962"/>
                <a:gd name="csX5" fmla="*/ 2155563 w 3484633"/>
                <a:gd name="csY5" fmla="*/ 358883 h 645962"/>
                <a:gd name="csX6" fmla="*/ 2591498 w 3484633"/>
                <a:gd name="csY6" fmla="*/ 624697 h 645962"/>
                <a:gd name="csX7" fmla="*/ 3080595 w 3484633"/>
                <a:gd name="csY7" fmla="*/ 390781 h 645962"/>
                <a:gd name="csX8" fmla="*/ 3484633 w 3484633"/>
                <a:gd name="csY8" fmla="*/ 645962 h 645962"/>
                <a:gd name="csX0" fmla="*/ 0 w 3484633"/>
                <a:gd name="csY0" fmla="*/ 217710 h 645962"/>
                <a:gd name="csX1" fmla="*/ 457811 w 3484633"/>
                <a:gd name="csY1" fmla="*/ 15019 h 645962"/>
                <a:gd name="csX2" fmla="*/ 912931 w 3484633"/>
                <a:gd name="csY2" fmla="*/ 604573 h 645962"/>
                <a:gd name="csX3" fmla="*/ 1220399 w 3484633"/>
                <a:gd name="csY3" fmla="*/ 275814 h 645962"/>
                <a:gd name="csX4" fmla="*/ 1772791 w 3484633"/>
                <a:gd name="csY4" fmla="*/ 582167 h 645962"/>
                <a:gd name="csX5" fmla="*/ 2155563 w 3484633"/>
                <a:gd name="csY5" fmla="*/ 358883 h 645962"/>
                <a:gd name="csX6" fmla="*/ 2591498 w 3484633"/>
                <a:gd name="csY6" fmla="*/ 624697 h 645962"/>
                <a:gd name="csX7" fmla="*/ 3080595 w 3484633"/>
                <a:gd name="csY7" fmla="*/ 390781 h 645962"/>
                <a:gd name="csX8" fmla="*/ 3484633 w 3484633"/>
                <a:gd name="csY8" fmla="*/ 645962 h 645962"/>
                <a:gd name="csX0" fmla="*/ 0 w 3484633"/>
                <a:gd name="csY0" fmla="*/ 217523 h 645775"/>
                <a:gd name="csX1" fmla="*/ 457811 w 3484633"/>
                <a:gd name="csY1" fmla="*/ 14832 h 645775"/>
                <a:gd name="csX2" fmla="*/ 1052760 w 3484633"/>
                <a:gd name="csY2" fmla="*/ 601062 h 645775"/>
                <a:gd name="csX3" fmla="*/ 1220399 w 3484633"/>
                <a:gd name="csY3" fmla="*/ 275627 h 645775"/>
                <a:gd name="csX4" fmla="*/ 1772791 w 3484633"/>
                <a:gd name="csY4" fmla="*/ 581980 h 645775"/>
                <a:gd name="csX5" fmla="*/ 2155563 w 3484633"/>
                <a:gd name="csY5" fmla="*/ 358696 h 645775"/>
                <a:gd name="csX6" fmla="*/ 2591498 w 3484633"/>
                <a:gd name="csY6" fmla="*/ 624510 h 645775"/>
                <a:gd name="csX7" fmla="*/ 3080595 w 3484633"/>
                <a:gd name="csY7" fmla="*/ 390594 h 645775"/>
                <a:gd name="csX8" fmla="*/ 3484633 w 3484633"/>
                <a:gd name="csY8" fmla="*/ 645775 h 645775"/>
                <a:gd name="csX0" fmla="*/ 0 w 3484633"/>
                <a:gd name="csY0" fmla="*/ 217523 h 645775"/>
                <a:gd name="csX1" fmla="*/ 457811 w 3484633"/>
                <a:gd name="csY1" fmla="*/ 14832 h 645775"/>
                <a:gd name="csX2" fmla="*/ 1052760 w 3484633"/>
                <a:gd name="csY2" fmla="*/ 601062 h 645775"/>
                <a:gd name="csX3" fmla="*/ 1306033 w 3484633"/>
                <a:gd name="csY3" fmla="*/ 270230 h 645775"/>
                <a:gd name="csX4" fmla="*/ 1772791 w 3484633"/>
                <a:gd name="csY4" fmla="*/ 581980 h 645775"/>
                <a:gd name="csX5" fmla="*/ 2155563 w 3484633"/>
                <a:gd name="csY5" fmla="*/ 358696 h 645775"/>
                <a:gd name="csX6" fmla="*/ 2591498 w 3484633"/>
                <a:gd name="csY6" fmla="*/ 624510 h 645775"/>
                <a:gd name="csX7" fmla="*/ 3080595 w 3484633"/>
                <a:gd name="csY7" fmla="*/ 390594 h 645775"/>
                <a:gd name="csX8" fmla="*/ 3484633 w 3484633"/>
                <a:gd name="csY8" fmla="*/ 645775 h 645775"/>
                <a:gd name="csX0" fmla="*/ 0 w 3484633"/>
                <a:gd name="csY0" fmla="*/ 217523 h 645775"/>
                <a:gd name="csX1" fmla="*/ 457811 w 3484633"/>
                <a:gd name="csY1" fmla="*/ 14832 h 645775"/>
                <a:gd name="csX2" fmla="*/ 1052760 w 3484633"/>
                <a:gd name="csY2" fmla="*/ 601062 h 645775"/>
                <a:gd name="csX3" fmla="*/ 1306033 w 3484633"/>
                <a:gd name="csY3" fmla="*/ 270230 h 645775"/>
                <a:gd name="csX4" fmla="*/ 1703618 w 3484633"/>
                <a:gd name="csY4" fmla="*/ 284533 h 645775"/>
                <a:gd name="csX5" fmla="*/ 2155563 w 3484633"/>
                <a:gd name="csY5" fmla="*/ 358696 h 645775"/>
                <a:gd name="csX6" fmla="*/ 2591498 w 3484633"/>
                <a:gd name="csY6" fmla="*/ 624510 h 645775"/>
                <a:gd name="csX7" fmla="*/ 3080595 w 3484633"/>
                <a:gd name="csY7" fmla="*/ 390594 h 645775"/>
                <a:gd name="csX8" fmla="*/ 3484633 w 3484633"/>
                <a:gd name="csY8" fmla="*/ 645775 h 645775"/>
                <a:gd name="csX0" fmla="*/ 0 w 3484633"/>
                <a:gd name="csY0" fmla="*/ 217523 h 645775"/>
                <a:gd name="csX1" fmla="*/ 457811 w 3484633"/>
                <a:gd name="csY1" fmla="*/ 14832 h 645775"/>
                <a:gd name="csX2" fmla="*/ 1052760 w 3484633"/>
                <a:gd name="csY2" fmla="*/ 601062 h 645775"/>
                <a:gd name="csX3" fmla="*/ 1306033 w 3484633"/>
                <a:gd name="csY3" fmla="*/ 270230 h 645775"/>
                <a:gd name="csX4" fmla="*/ 1703618 w 3484633"/>
                <a:gd name="csY4" fmla="*/ 284533 h 645775"/>
                <a:gd name="csX5" fmla="*/ 2142382 w 3484633"/>
                <a:gd name="csY5" fmla="*/ 77842 h 645775"/>
                <a:gd name="csX6" fmla="*/ 2591498 w 3484633"/>
                <a:gd name="csY6" fmla="*/ 624510 h 645775"/>
                <a:gd name="csX7" fmla="*/ 3080595 w 3484633"/>
                <a:gd name="csY7" fmla="*/ 390594 h 645775"/>
                <a:gd name="csX8" fmla="*/ 3484633 w 3484633"/>
                <a:gd name="csY8" fmla="*/ 645775 h 645775"/>
                <a:gd name="csX0" fmla="*/ 0 w 3484633"/>
                <a:gd name="csY0" fmla="*/ 217523 h 783501"/>
                <a:gd name="csX1" fmla="*/ 457811 w 3484633"/>
                <a:gd name="csY1" fmla="*/ 14832 h 783501"/>
                <a:gd name="csX2" fmla="*/ 1052760 w 3484633"/>
                <a:gd name="csY2" fmla="*/ 601062 h 783501"/>
                <a:gd name="csX3" fmla="*/ 1306033 w 3484633"/>
                <a:gd name="csY3" fmla="*/ 270230 h 783501"/>
                <a:gd name="csX4" fmla="*/ 1703618 w 3484633"/>
                <a:gd name="csY4" fmla="*/ 284533 h 783501"/>
                <a:gd name="csX5" fmla="*/ 2142382 w 3484633"/>
                <a:gd name="csY5" fmla="*/ 77842 h 783501"/>
                <a:gd name="csX6" fmla="*/ 2632223 w 3484633"/>
                <a:gd name="csY6" fmla="*/ 779249 h 783501"/>
                <a:gd name="csX7" fmla="*/ 3080595 w 3484633"/>
                <a:gd name="csY7" fmla="*/ 390594 h 783501"/>
                <a:gd name="csX8" fmla="*/ 3484633 w 3484633"/>
                <a:gd name="csY8" fmla="*/ 645775 h 783501"/>
                <a:gd name="csX0" fmla="*/ 0 w 3484633"/>
                <a:gd name="csY0" fmla="*/ 217523 h 792388"/>
                <a:gd name="csX1" fmla="*/ 457811 w 3484633"/>
                <a:gd name="csY1" fmla="*/ 14832 h 792388"/>
                <a:gd name="csX2" fmla="*/ 1052760 w 3484633"/>
                <a:gd name="csY2" fmla="*/ 601062 h 792388"/>
                <a:gd name="csX3" fmla="*/ 1306033 w 3484633"/>
                <a:gd name="csY3" fmla="*/ 270230 h 792388"/>
                <a:gd name="csX4" fmla="*/ 1703618 w 3484633"/>
                <a:gd name="csY4" fmla="*/ 284533 h 792388"/>
                <a:gd name="csX5" fmla="*/ 2142382 w 3484633"/>
                <a:gd name="csY5" fmla="*/ 77842 h 792388"/>
                <a:gd name="csX6" fmla="*/ 2632223 w 3484633"/>
                <a:gd name="csY6" fmla="*/ 779249 h 792388"/>
                <a:gd name="csX7" fmla="*/ 3144076 w 3484633"/>
                <a:gd name="csY7" fmla="*/ 554875 h 792388"/>
                <a:gd name="csX8" fmla="*/ 3484633 w 3484633"/>
                <a:gd name="csY8" fmla="*/ 645775 h 792388"/>
                <a:gd name="csX0" fmla="*/ 0 w 3542120"/>
                <a:gd name="csY0" fmla="*/ 217523 h 792388"/>
                <a:gd name="csX1" fmla="*/ 457811 w 3542120"/>
                <a:gd name="csY1" fmla="*/ 14832 h 792388"/>
                <a:gd name="csX2" fmla="*/ 1052760 w 3542120"/>
                <a:gd name="csY2" fmla="*/ 601062 h 792388"/>
                <a:gd name="csX3" fmla="*/ 1306033 w 3542120"/>
                <a:gd name="csY3" fmla="*/ 270230 h 792388"/>
                <a:gd name="csX4" fmla="*/ 1703618 w 3542120"/>
                <a:gd name="csY4" fmla="*/ 284533 h 792388"/>
                <a:gd name="csX5" fmla="*/ 2142382 w 3542120"/>
                <a:gd name="csY5" fmla="*/ 77842 h 792388"/>
                <a:gd name="csX6" fmla="*/ 2632223 w 3542120"/>
                <a:gd name="csY6" fmla="*/ 779249 h 792388"/>
                <a:gd name="csX7" fmla="*/ 3144076 w 3542120"/>
                <a:gd name="csY7" fmla="*/ 554875 h 792388"/>
                <a:gd name="csX8" fmla="*/ 3542120 w 3542120"/>
                <a:gd name="csY8" fmla="*/ 587278 h 792388"/>
                <a:gd name="csX0" fmla="*/ 0 w 3542120"/>
                <a:gd name="csY0" fmla="*/ 217523 h 787498"/>
                <a:gd name="csX1" fmla="*/ 457811 w 3542120"/>
                <a:gd name="csY1" fmla="*/ 14832 h 787498"/>
                <a:gd name="csX2" fmla="*/ 1052760 w 3542120"/>
                <a:gd name="csY2" fmla="*/ 601062 h 787498"/>
                <a:gd name="csX3" fmla="*/ 1306033 w 3542120"/>
                <a:gd name="csY3" fmla="*/ 270230 h 787498"/>
                <a:gd name="csX4" fmla="*/ 1703618 w 3542120"/>
                <a:gd name="csY4" fmla="*/ 284533 h 787498"/>
                <a:gd name="csX5" fmla="*/ 2142382 w 3542120"/>
                <a:gd name="csY5" fmla="*/ 77842 h 787498"/>
                <a:gd name="csX6" fmla="*/ 2632223 w 3542120"/>
                <a:gd name="csY6" fmla="*/ 779249 h 787498"/>
                <a:gd name="csX7" fmla="*/ 3135091 w 3542120"/>
                <a:gd name="csY7" fmla="*/ 482276 h 787498"/>
                <a:gd name="csX8" fmla="*/ 3542120 w 3542120"/>
                <a:gd name="csY8" fmla="*/ 587278 h 787498"/>
                <a:gd name="csX0" fmla="*/ 0 w 3542120"/>
                <a:gd name="csY0" fmla="*/ 175451 h 745426"/>
                <a:gd name="csX1" fmla="*/ 452722 w 3542120"/>
                <a:gd name="csY1" fmla="*/ 18810 h 745426"/>
                <a:gd name="csX2" fmla="*/ 1052760 w 3542120"/>
                <a:gd name="csY2" fmla="*/ 558990 h 745426"/>
                <a:gd name="csX3" fmla="*/ 1306033 w 3542120"/>
                <a:gd name="csY3" fmla="*/ 228158 h 745426"/>
                <a:gd name="csX4" fmla="*/ 1703618 w 3542120"/>
                <a:gd name="csY4" fmla="*/ 242461 h 745426"/>
                <a:gd name="csX5" fmla="*/ 2142382 w 3542120"/>
                <a:gd name="csY5" fmla="*/ 35770 h 745426"/>
                <a:gd name="csX6" fmla="*/ 2632223 w 3542120"/>
                <a:gd name="csY6" fmla="*/ 737177 h 745426"/>
                <a:gd name="csX7" fmla="*/ 3135091 w 3542120"/>
                <a:gd name="csY7" fmla="*/ 440204 h 745426"/>
                <a:gd name="csX8" fmla="*/ 3542120 w 3542120"/>
                <a:gd name="csY8" fmla="*/ 545206 h 745426"/>
                <a:gd name="csX0" fmla="*/ 0 w 3512477"/>
                <a:gd name="csY0" fmla="*/ 157649 h 749613"/>
                <a:gd name="csX1" fmla="*/ 423079 w 3512477"/>
                <a:gd name="csY1" fmla="*/ 22997 h 749613"/>
                <a:gd name="csX2" fmla="*/ 1023117 w 3512477"/>
                <a:gd name="csY2" fmla="*/ 563177 h 749613"/>
                <a:gd name="csX3" fmla="*/ 1276390 w 3512477"/>
                <a:gd name="csY3" fmla="*/ 232345 h 749613"/>
                <a:gd name="csX4" fmla="*/ 1673975 w 3512477"/>
                <a:gd name="csY4" fmla="*/ 246648 h 749613"/>
                <a:gd name="csX5" fmla="*/ 2112739 w 3512477"/>
                <a:gd name="csY5" fmla="*/ 39957 h 749613"/>
                <a:gd name="csX6" fmla="*/ 2602580 w 3512477"/>
                <a:gd name="csY6" fmla="*/ 741364 h 749613"/>
                <a:gd name="csX7" fmla="*/ 3105448 w 3512477"/>
                <a:gd name="csY7" fmla="*/ 444391 h 749613"/>
                <a:gd name="csX8" fmla="*/ 3512477 w 3512477"/>
                <a:gd name="csY8" fmla="*/ 549393 h 749613"/>
                <a:gd name="csX0" fmla="*/ 0 w 3512477"/>
                <a:gd name="csY0" fmla="*/ 157649 h 746975"/>
                <a:gd name="csX1" fmla="*/ 423079 w 3512477"/>
                <a:gd name="csY1" fmla="*/ 22997 h 746975"/>
                <a:gd name="csX2" fmla="*/ 1023117 w 3512477"/>
                <a:gd name="csY2" fmla="*/ 563177 h 746975"/>
                <a:gd name="csX3" fmla="*/ 1276390 w 3512477"/>
                <a:gd name="csY3" fmla="*/ 232345 h 746975"/>
                <a:gd name="csX4" fmla="*/ 1673975 w 3512477"/>
                <a:gd name="csY4" fmla="*/ 246648 h 746975"/>
                <a:gd name="csX5" fmla="*/ 2112739 w 3512477"/>
                <a:gd name="csY5" fmla="*/ 39957 h 746975"/>
                <a:gd name="csX6" fmla="*/ 2602580 w 3512477"/>
                <a:gd name="csY6" fmla="*/ 741364 h 746975"/>
                <a:gd name="csX7" fmla="*/ 3023107 w 3512477"/>
                <a:gd name="csY7" fmla="*/ 389218 h 746975"/>
                <a:gd name="csX8" fmla="*/ 3512477 w 3512477"/>
                <a:gd name="csY8" fmla="*/ 549393 h 746975"/>
                <a:gd name="csX0" fmla="*/ 0 w 3408574"/>
                <a:gd name="csY0" fmla="*/ 157649 h 746975"/>
                <a:gd name="csX1" fmla="*/ 423079 w 3408574"/>
                <a:gd name="csY1" fmla="*/ 22997 h 746975"/>
                <a:gd name="csX2" fmla="*/ 1023117 w 3408574"/>
                <a:gd name="csY2" fmla="*/ 563177 h 746975"/>
                <a:gd name="csX3" fmla="*/ 1276390 w 3408574"/>
                <a:gd name="csY3" fmla="*/ 232345 h 746975"/>
                <a:gd name="csX4" fmla="*/ 1673975 w 3408574"/>
                <a:gd name="csY4" fmla="*/ 246648 h 746975"/>
                <a:gd name="csX5" fmla="*/ 2112739 w 3408574"/>
                <a:gd name="csY5" fmla="*/ 39957 h 746975"/>
                <a:gd name="csX6" fmla="*/ 2602580 w 3408574"/>
                <a:gd name="csY6" fmla="*/ 741364 h 746975"/>
                <a:gd name="csX7" fmla="*/ 3023107 w 3408574"/>
                <a:gd name="csY7" fmla="*/ 389218 h 746975"/>
                <a:gd name="csX8" fmla="*/ 3408574 w 3408574"/>
                <a:gd name="csY8" fmla="*/ 319983 h 746975"/>
                <a:gd name="csX0" fmla="*/ 0 w 3408574"/>
                <a:gd name="csY0" fmla="*/ 157649 h 742753"/>
                <a:gd name="csX1" fmla="*/ 423079 w 3408574"/>
                <a:gd name="csY1" fmla="*/ 22997 h 742753"/>
                <a:gd name="csX2" fmla="*/ 1023117 w 3408574"/>
                <a:gd name="csY2" fmla="*/ 563177 h 742753"/>
                <a:gd name="csX3" fmla="*/ 1276390 w 3408574"/>
                <a:gd name="csY3" fmla="*/ 232345 h 742753"/>
                <a:gd name="csX4" fmla="*/ 1673975 w 3408574"/>
                <a:gd name="csY4" fmla="*/ 246648 h 742753"/>
                <a:gd name="csX5" fmla="*/ 2112739 w 3408574"/>
                <a:gd name="csY5" fmla="*/ 39957 h 742753"/>
                <a:gd name="csX6" fmla="*/ 2602580 w 3408574"/>
                <a:gd name="csY6" fmla="*/ 741364 h 742753"/>
                <a:gd name="csX7" fmla="*/ 3047056 w 3408574"/>
                <a:gd name="csY7" fmla="*/ 234061 h 742753"/>
                <a:gd name="csX8" fmla="*/ 3408574 w 3408574"/>
                <a:gd name="csY8" fmla="*/ 319983 h 742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08574" h="742753">
                  <a:moveTo>
                    <a:pt x="0" y="157649"/>
                  </a:moveTo>
                  <a:cubicBezTo>
                    <a:pt x="168348" y="47779"/>
                    <a:pt x="252560" y="-44591"/>
                    <a:pt x="423079" y="22997"/>
                  </a:cubicBezTo>
                  <a:cubicBezTo>
                    <a:pt x="593598" y="90585"/>
                    <a:pt x="880899" y="528286"/>
                    <a:pt x="1023117" y="563177"/>
                  </a:cubicBezTo>
                  <a:cubicBezTo>
                    <a:pt x="1165336" y="598068"/>
                    <a:pt x="1167914" y="285100"/>
                    <a:pt x="1276390" y="232345"/>
                  </a:cubicBezTo>
                  <a:cubicBezTo>
                    <a:pt x="1384866" y="179590"/>
                    <a:pt x="1534584" y="278713"/>
                    <a:pt x="1673975" y="246648"/>
                  </a:cubicBezTo>
                  <a:cubicBezTo>
                    <a:pt x="1813366" y="214583"/>
                    <a:pt x="1957972" y="-42496"/>
                    <a:pt x="2112739" y="39957"/>
                  </a:cubicBezTo>
                  <a:cubicBezTo>
                    <a:pt x="2267507" y="122410"/>
                    <a:pt x="2446861" y="709013"/>
                    <a:pt x="2602580" y="741364"/>
                  </a:cubicBezTo>
                  <a:cubicBezTo>
                    <a:pt x="2758300" y="773715"/>
                    <a:pt x="2898200" y="230517"/>
                    <a:pt x="3047056" y="234061"/>
                  </a:cubicBezTo>
                  <a:cubicBezTo>
                    <a:pt x="3195912" y="237605"/>
                    <a:pt x="3280983" y="194164"/>
                    <a:pt x="3408574" y="319983"/>
                  </a:cubicBezTo>
                </a:path>
              </a:pathLst>
            </a:custGeom>
            <a:noFill/>
            <a:ln w="28575">
              <a:solidFill>
                <a:schemeClr val="accent6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1793244-9758-DF0B-C09B-DB8D7060C1A6}"/>
                </a:ext>
              </a:extLst>
            </p:cNvPr>
            <p:cNvSpPr/>
            <p:nvPr/>
          </p:nvSpPr>
          <p:spPr>
            <a:xfrm>
              <a:off x="8419943" y="4359735"/>
              <a:ext cx="455699" cy="220192"/>
            </a:xfrm>
            <a:custGeom>
              <a:avLst/>
              <a:gdLst>
                <a:gd name="csX0" fmla="*/ 0 w 370563"/>
                <a:gd name="csY0" fmla="*/ 143540 h 287079"/>
                <a:gd name="csX1" fmla="*/ 185282 w 370563"/>
                <a:gd name="csY1" fmla="*/ 0 h 287079"/>
                <a:gd name="csX2" fmla="*/ 370564 w 370563"/>
                <a:gd name="csY2" fmla="*/ 143540 h 287079"/>
                <a:gd name="csX3" fmla="*/ 185282 w 370563"/>
                <a:gd name="csY3" fmla="*/ 287080 h 287079"/>
                <a:gd name="csX4" fmla="*/ 0 w 370563"/>
                <a:gd name="csY4" fmla="*/ 143540 h 287079"/>
                <a:gd name="csX0" fmla="*/ 0 w 370564"/>
                <a:gd name="csY0" fmla="*/ 36667 h 180207"/>
                <a:gd name="csX1" fmla="*/ 185282 w 370564"/>
                <a:gd name="csY1" fmla="*/ 31351 h 180207"/>
                <a:gd name="csX2" fmla="*/ 370564 w 370564"/>
                <a:gd name="csY2" fmla="*/ 36667 h 180207"/>
                <a:gd name="csX3" fmla="*/ 185282 w 370564"/>
                <a:gd name="csY3" fmla="*/ 180207 h 180207"/>
                <a:gd name="csX4" fmla="*/ 0 w 370564"/>
                <a:gd name="csY4" fmla="*/ 36667 h 180207"/>
                <a:gd name="csX0" fmla="*/ 0 w 402461"/>
                <a:gd name="csY0" fmla="*/ 3960 h 245236"/>
                <a:gd name="csX1" fmla="*/ 217179 w 402461"/>
                <a:gd name="csY1" fmla="*/ 94337 h 245236"/>
                <a:gd name="csX2" fmla="*/ 402461 w 402461"/>
                <a:gd name="csY2" fmla="*/ 99653 h 245236"/>
                <a:gd name="csX3" fmla="*/ 217179 w 402461"/>
                <a:gd name="csY3" fmla="*/ 243193 h 245236"/>
                <a:gd name="csX4" fmla="*/ 0 w 402461"/>
                <a:gd name="csY4" fmla="*/ 3960 h 245236"/>
                <a:gd name="csX0" fmla="*/ 0 w 476889"/>
                <a:gd name="csY0" fmla="*/ 3849 h 244152"/>
                <a:gd name="csX1" fmla="*/ 217179 w 476889"/>
                <a:gd name="csY1" fmla="*/ 94226 h 244152"/>
                <a:gd name="csX2" fmla="*/ 476889 w 476889"/>
                <a:gd name="csY2" fmla="*/ 78277 h 244152"/>
                <a:gd name="csX3" fmla="*/ 217179 w 476889"/>
                <a:gd name="csY3" fmla="*/ 243082 h 244152"/>
                <a:gd name="csX4" fmla="*/ 0 w 476889"/>
                <a:gd name="csY4" fmla="*/ 3849 h 244152"/>
                <a:gd name="csX0" fmla="*/ 0 w 476889"/>
                <a:gd name="csY0" fmla="*/ 6993 h 247296"/>
                <a:gd name="csX1" fmla="*/ 217179 w 476889"/>
                <a:gd name="csY1" fmla="*/ 65472 h 247296"/>
                <a:gd name="csX2" fmla="*/ 476889 w 476889"/>
                <a:gd name="csY2" fmla="*/ 81421 h 247296"/>
                <a:gd name="csX3" fmla="*/ 217179 w 476889"/>
                <a:gd name="csY3" fmla="*/ 246226 h 247296"/>
                <a:gd name="csX4" fmla="*/ 0 w 476889"/>
                <a:gd name="csY4" fmla="*/ 6993 h 247296"/>
                <a:gd name="csX0" fmla="*/ 65 w 476954"/>
                <a:gd name="csY0" fmla="*/ 12547 h 252850"/>
                <a:gd name="csX1" fmla="*/ 238509 w 476954"/>
                <a:gd name="csY1" fmla="*/ 39128 h 252850"/>
                <a:gd name="csX2" fmla="*/ 476954 w 476954"/>
                <a:gd name="csY2" fmla="*/ 86975 h 252850"/>
                <a:gd name="csX3" fmla="*/ 217244 w 476954"/>
                <a:gd name="csY3" fmla="*/ 251780 h 252850"/>
                <a:gd name="csX4" fmla="*/ 65 w 476954"/>
                <a:gd name="csY4" fmla="*/ 12547 h 252850"/>
                <a:gd name="csX0" fmla="*/ 75 w 455699"/>
                <a:gd name="csY0" fmla="*/ 23267 h 220192"/>
                <a:gd name="csX1" fmla="*/ 217254 w 455699"/>
                <a:gd name="csY1" fmla="*/ 7318 h 220192"/>
                <a:gd name="csX2" fmla="*/ 455699 w 455699"/>
                <a:gd name="csY2" fmla="*/ 55165 h 220192"/>
                <a:gd name="csX3" fmla="*/ 195989 w 455699"/>
                <a:gd name="csY3" fmla="*/ 219970 h 220192"/>
                <a:gd name="csX4" fmla="*/ 75 w 455699"/>
                <a:gd name="csY4" fmla="*/ 23267 h 220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699" h="220192">
                  <a:moveTo>
                    <a:pt x="75" y="23267"/>
                  </a:moveTo>
                  <a:cubicBezTo>
                    <a:pt x="3619" y="-12175"/>
                    <a:pt x="141317" y="2002"/>
                    <a:pt x="217254" y="7318"/>
                  </a:cubicBezTo>
                  <a:cubicBezTo>
                    <a:pt x="293191" y="12634"/>
                    <a:pt x="455699" y="-24110"/>
                    <a:pt x="455699" y="55165"/>
                  </a:cubicBezTo>
                  <a:cubicBezTo>
                    <a:pt x="455699" y="134440"/>
                    <a:pt x="271926" y="225286"/>
                    <a:pt x="195989" y="219970"/>
                  </a:cubicBezTo>
                  <a:cubicBezTo>
                    <a:pt x="120052" y="214654"/>
                    <a:pt x="-3469" y="58709"/>
                    <a:pt x="75" y="23267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20BDB67-7CE3-D1DC-8EF9-B1B5F391079A}"/>
                </a:ext>
              </a:extLst>
            </p:cNvPr>
            <p:cNvSpPr/>
            <p:nvPr/>
          </p:nvSpPr>
          <p:spPr>
            <a:xfrm rot="2399558">
              <a:off x="6489388" y="3823755"/>
              <a:ext cx="765275" cy="208504"/>
            </a:xfrm>
            <a:custGeom>
              <a:avLst/>
              <a:gdLst>
                <a:gd name="csX0" fmla="*/ 0 w 935665"/>
                <a:gd name="csY0" fmla="*/ 112426 h 224852"/>
                <a:gd name="csX1" fmla="*/ 467833 w 935665"/>
                <a:gd name="csY1" fmla="*/ 0 h 224852"/>
                <a:gd name="csX2" fmla="*/ 935666 w 935665"/>
                <a:gd name="csY2" fmla="*/ 112426 h 224852"/>
                <a:gd name="csX3" fmla="*/ 467833 w 935665"/>
                <a:gd name="csY3" fmla="*/ 224852 h 224852"/>
                <a:gd name="csX4" fmla="*/ 0 w 935665"/>
                <a:gd name="csY4" fmla="*/ 112426 h 224852"/>
                <a:gd name="csX0" fmla="*/ 0 w 758539"/>
                <a:gd name="csY0" fmla="*/ 158810 h 227543"/>
                <a:gd name="csX1" fmla="*/ 290706 w 758539"/>
                <a:gd name="csY1" fmla="*/ 676 h 227543"/>
                <a:gd name="csX2" fmla="*/ 758539 w 758539"/>
                <a:gd name="csY2" fmla="*/ 113102 h 227543"/>
                <a:gd name="csX3" fmla="*/ 290706 w 758539"/>
                <a:gd name="csY3" fmla="*/ 225528 h 227543"/>
                <a:gd name="csX4" fmla="*/ 0 w 758539"/>
                <a:gd name="csY4" fmla="*/ 158810 h 227543"/>
                <a:gd name="csX0" fmla="*/ 0 w 562224"/>
                <a:gd name="csY0" fmla="*/ 176178 h 250440"/>
                <a:gd name="csX1" fmla="*/ 290706 w 562224"/>
                <a:gd name="csY1" fmla="*/ 18044 h 250440"/>
                <a:gd name="csX2" fmla="*/ 562224 w 562224"/>
                <a:gd name="csY2" fmla="*/ 45345 h 250440"/>
                <a:gd name="csX3" fmla="*/ 290706 w 562224"/>
                <a:gd name="csY3" fmla="*/ 242896 h 250440"/>
                <a:gd name="csX4" fmla="*/ 0 w 562224"/>
                <a:gd name="csY4" fmla="*/ 176178 h 250440"/>
                <a:gd name="csX0" fmla="*/ 2173 w 564397"/>
                <a:gd name="csY0" fmla="*/ 176178 h 240037"/>
                <a:gd name="csX1" fmla="*/ 292879 w 564397"/>
                <a:gd name="csY1" fmla="*/ 18044 h 240037"/>
                <a:gd name="csX2" fmla="*/ 564397 w 564397"/>
                <a:gd name="csY2" fmla="*/ 45345 h 240037"/>
                <a:gd name="csX3" fmla="*/ 452131 w 564397"/>
                <a:gd name="csY3" fmla="*/ 234208 h 240037"/>
                <a:gd name="csX4" fmla="*/ 2173 w 564397"/>
                <a:gd name="csY4" fmla="*/ 176178 h 240037"/>
                <a:gd name="csX0" fmla="*/ 1550 w 563774"/>
                <a:gd name="csY0" fmla="*/ 148432 h 211067"/>
                <a:gd name="csX1" fmla="*/ 313028 w 563774"/>
                <a:gd name="csY1" fmla="*/ 97777 h 211067"/>
                <a:gd name="csX2" fmla="*/ 563774 w 563774"/>
                <a:gd name="csY2" fmla="*/ 17599 h 211067"/>
                <a:gd name="csX3" fmla="*/ 451508 w 563774"/>
                <a:gd name="csY3" fmla="*/ 206462 h 211067"/>
                <a:gd name="csX4" fmla="*/ 1550 w 563774"/>
                <a:gd name="csY4" fmla="*/ 148432 h 211067"/>
                <a:gd name="csX0" fmla="*/ 939 w 765275"/>
                <a:gd name="csY0" fmla="*/ 122823 h 208504"/>
                <a:gd name="csX1" fmla="*/ 513981 w 765275"/>
                <a:gd name="csY1" fmla="*/ 97377 h 208504"/>
                <a:gd name="csX2" fmla="*/ 764727 w 765275"/>
                <a:gd name="csY2" fmla="*/ 17199 h 208504"/>
                <a:gd name="csX3" fmla="*/ 652461 w 765275"/>
                <a:gd name="csY3" fmla="*/ 206062 h 208504"/>
                <a:gd name="csX4" fmla="*/ 939 w 765275"/>
                <a:gd name="csY4" fmla="*/ 122823 h 20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5275" h="208504">
                  <a:moveTo>
                    <a:pt x="939" y="122823"/>
                  </a:moveTo>
                  <a:cubicBezTo>
                    <a:pt x="-22141" y="104709"/>
                    <a:pt x="386683" y="114981"/>
                    <a:pt x="513981" y="97377"/>
                  </a:cubicBezTo>
                  <a:cubicBezTo>
                    <a:pt x="641279" y="79773"/>
                    <a:pt x="764727" y="-44892"/>
                    <a:pt x="764727" y="17199"/>
                  </a:cubicBezTo>
                  <a:cubicBezTo>
                    <a:pt x="764727" y="79290"/>
                    <a:pt x="779759" y="188458"/>
                    <a:pt x="652461" y="206062"/>
                  </a:cubicBezTo>
                  <a:cubicBezTo>
                    <a:pt x="525163" y="223666"/>
                    <a:pt x="24019" y="140937"/>
                    <a:pt x="939" y="122823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791B91F-1933-1094-D795-7B63731DE9D7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6991158" y="3912422"/>
              <a:ext cx="111198" cy="297987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8D4C986-1DFD-62D1-68DB-A7569C47E5DD}"/>
                </a:ext>
              </a:extLst>
            </p:cNvPr>
            <p:cNvCxnSpPr>
              <a:cxnSpLocks/>
              <a:stCxn id="57" idx="7"/>
              <a:endCxn id="65" idx="7"/>
            </p:cNvCxnSpPr>
            <p:nvPr/>
          </p:nvCxnSpPr>
          <p:spPr>
            <a:xfrm>
              <a:off x="9058028" y="4126665"/>
              <a:ext cx="26756" cy="153467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FC4C11A-DF18-D617-79CE-6D7C8572DA41}"/>
                </a:ext>
              </a:extLst>
            </p:cNvPr>
            <p:cNvCxnSpPr>
              <a:cxnSpLocks/>
              <a:stCxn id="57" idx="6"/>
              <a:endCxn id="67" idx="3"/>
            </p:cNvCxnSpPr>
            <p:nvPr/>
          </p:nvCxnSpPr>
          <p:spPr>
            <a:xfrm>
              <a:off x="8547435" y="4210409"/>
              <a:ext cx="68497" cy="369296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A4857A7-43F1-C8FE-35ED-E181E2B7D5D0}"/>
                </a:ext>
              </a:extLst>
            </p:cNvPr>
            <p:cNvCxnSpPr>
              <a:cxnSpLocks/>
            </p:cNvCxnSpPr>
            <p:nvPr/>
          </p:nvCxnSpPr>
          <p:spPr>
            <a:xfrm>
              <a:off x="7408732" y="3804943"/>
              <a:ext cx="0" cy="175203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AD57107-71B1-0C65-EDA8-876CC940F176}"/>
              </a:ext>
            </a:extLst>
          </p:cNvPr>
          <p:cNvSpPr txBox="1"/>
          <p:nvPr/>
        </p:nvSpPr>
        <p:spPr>
          <a:xfrm>
            <a:off x="469619" y="1730013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Ice-rich permafrost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E916325-D431-EA9C-AFAC-A5044F9272FB}"/>
              </a:ext>
            </a:extLst>
          </p:cNvPr>
          <p:cNvSpPr txBox="1"/>
          <p:nvPr/>
        </p:nvSpPr>
        <p:spPr>
          <a:xfrm>
            <a:off x="7048828" y="218526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Non-abrupt thaw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A3716B4-2508-46C9-DE15-7C5027B36353}"/>
              </a:ext>
            </a:extLst>
          </p:cNvPr>
          <p:cNvSpPr txBox="1"/>
          <p:nvPr/>
        </p:nvSpPr>
        <p:spPr>
          <a:xfrm>
            <a:off x="7048828" y="3488094"/>
            <a:ext cx="34297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Abrupt thaw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A899276-8DF7-7570-1D10-2DCB98CA92E2}"/>
              </a:ext>
            </a:extLst>
          </p:cNvPr>
          <p:cNvSpPr txBox="1"/>
          <p:nvPr/>
        </p:nvSpPr>
        <p:spPr>
          <a:xfrm>
            <a:off x="7857867" y="1453265"/>
            <a:ext cx="25260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"/>
              </a:rPr>
              <a:t>active layer deepens, </a:t>
            </a:r>
          </a:p>
          <a:p>
            <a:pPr algn="ctr"/>
            <a:r>
              <a:rPr lang="en-US" sz="1400" dirty="0">
                <a:latin typeface=""/>
              </a:rPr>
              <a:t>surface broadly maintained</a:t>
            </a:r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072FBAB8-DE02-AA34-1C56-9F35EDED92BA}"/>
              </a:ext>
            </a:extLst>
          </p:cNvPr>
          <p:cNvSpPr/>
          <p:nvPr/>
        </p:nvSpPr>
        <p:spPr>
          <a:xfrm rot="12165292">
            <a:off x="7986964" y="5771685"/>
            <a:ext cx="162762" cy="201757"/>
          </a:xfrm>
          <a:custGeom>
            <a:avLst/>
            <a:gdLst>
              <a:gd name="csX0" fmla="*/ 0 w 162762"/>
              <a:gd name="csY0" fmla="*/ 138473 h 201757"/>
              <a:gd name="csX1" fmla="*/ 13849 w 162762"/>
              <a:gd name="csY1" fmla="*/ 0 h 201757"/>
              <a:gd name="csX2" fmla="*/ 162762 w 162762"/>
              <a:gd name="csY2" fmla="*/ 201757 h 201757"/>
              <a:gd name="csX3" fmla="*/ 0 w 162762"/>
              <a:gd name="csY3" fmla="*/ 138473 h 201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2762" h="201757" fill="none" extrusionOk="0">
                <a:moveTo>
                  <a:pt x="0" y="138473"/>
                </a:moveTo>
                <a:cubicBezTo>
                  <a:pt x="-9667" y="108147"/>
                  <a:pt x="13136" y="57844"/>
                  <a:pt x="13849" y="0"/>
                </a:cubicBezTo>
                <a:cubicBezTo>
                  <a:pt x="71309" y="50741"/>
                  <a:pt x="88161" y="128377"/>
                  <a:pt x="162762" y="201757"/>
                </a:cubicBezTo>
                <a:cubicBezTo>
                  <a:pt x="94024" y="196632"/>
                  <a:pt x="34987" y="144969"/>
                  <a:pt x="0" y="138473"/>
                </a:cubicBezTo>
                <a:close/>
              </a:path>
              <a:path w="162762" h="201757" stroke="0" extrusionOk="0">
                <a:moveTo>
                  <a:pt x="0" y="138473"/>
                </a:moveTo>
                <a:cubicBezTo>
                  <a:pt x="790" y="106706"/>
                  <a:pt x="14597" y="42922"/>
                  <a:pt x="13849" y="0"/>
                </a:cubicBezTo>
                <a:cubicBezTo>
                  <a:pt x="50938" y="47511"/>
                  <a:pt x="121782" y="148572"/>
                  <a:pt x="162762" y="201757"/>
                </a:cubicBezTo>
                <a:cubicBezTo>
                  <a:pt x="116367" y="185378"/>
                  <a:pt x="85652" y="153249"/>
                  <a:pt x="0" y="138473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74091"/>
                      <a:gd name="csY0" fmla="*/ 169175 h 169175"/>
                      <a:gd name="csX1" fmla="*/ 87046 w 174091"/>
                      <a:gd name="csY1" fmla="*/ 0 h 169175"/>
                      <a:gd name="csX2" fmla="*/ 174091 w 174091"/>
                      <a:gd name="csY2" fmla="*/ 169175 h 169175"/>
                      <a:gd name="csX3" fmla="*/ 0 w 174091"/>
                      <a:gd name="csY3" fmla="*/ 169175 h 169175"/>
                      <a:gd name="csX0" fmla="*/ 0 w 151709"/>
                      <a:gd name="csY0" fmla="*/ 132243 h 169175"/>
                      <a:gd name="csX1" fmla="*/ 64664 w 151709"/>
                      <a:gd name="csY1" fmla="*/ 0 h 169175"/>
                      <a:gd name="csX2" fmla="*/ 151709 w 151709"/>
                      <a:gd name="csY2" fmla="*/ 169175 h 169175"/>
                      <a:gd name="csX3" fmla="*/ 0 w 151709"/>
                      <a:gd name="csY3" fmla="*/ 132243 h 169175"/>
                      <a:gd name="csX0" fmla="*/ 0 w 162762"/>
                      <a:gd name="csY0" fmla="*/ 132243 h 195526"/>
                      <a:gd name="csX1" fmla="*/ 64664 w 162762"/>
                      <a:gd name="csY1" fmla="*/ 0 h 195526"/>
                      <a:gd name="csX2" fmla="*/ 162762 w 162762"/>
                      <a:gd name="csY2" fmla="*/ 195526 h 195526"/>
                      <a:gd name="csX3" fmla="*/ 0 w 162762"/>
                      <a:gd name="csY3" fmla="*/ 132243 h 195526"/>
                      <a:gd name="csX0" fmla="*/ 0 w 162762"/>
                      <a:gd name="csY0" fmla="*/ 138473 h 201756"/>
                      <a:gd name="csX1" fmla="*/ 13849 w 162762"/>
                      <a:gd name="csY1" fmla="*/ 0 h 201756"/>
                      <a:gd name="csX2" fmla="*/ 162762 w 162762"/>
                      <a:gd name="csY2" fmla="*/ 201756 h 201756"/>
                      <a:gd name="csX3" fmla="*/ 0 w 162762"/>
                      <a:gd name="csY3" fmla="*/ 138473 h 2017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62762" h="201756">
                        <a:moveTo>
                          <a:pt x="0" y="138473"/>
                        </a:moveTo>
                        <a:lnTo>
                          <a:pt x="13849" y="0"/>
                        </a:lnTo>
                        <a:lnTo>
                          <a:pt x="162762" y="201756"/>
                        </a:lnTo>
                        <a:lnTo>
                          <a:pt x="0" y="138473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1615AB1-740C-2E3C-4C8B-18AC7A69D0C5}"/>
              </a:ext>
            </a:extLst>
          </p:cNvPr>
          <p:cNvSpPr txBox="1"/>
          <p:nvPr/>
        </p:nvSpPr>
        <p:spPr>
          <a:xfrm>
            <a:off x="8484181" y="4104190"/>
            <a:ext cx="200929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"/>
              </a:rPr>
              <a:t>surface reorganization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C3BFF00-B699-14C4-46D1-A84D36BD4BB8}"/>
              </a:ext>
            </a:extLst>
          </p:cNvPr>
          <p:cNvSpPr txBox="1"/>
          <p:nvPr/>
        </p:nvSpPr>
        <p:spPr>
          <a:xfrm>
            <a:off x="7558886" y="2954561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initial position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092C890-E954-84BD-27B6-B849C10077E9}"/>
              </a:ext>
            </a:extLst>
          </p:cNvPr>
          <p:cNvCxnSpPr>
            <a:cxnSpLocks/>
          </p:cNvCxnSpPr>
          <p:nvPr/>
        </p:nvCxnSpPr>
        <p:spPr>
          <a:xfrm>
            <a:off x="7080282" y="3104351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592F02A-9FF8-82B3-887B-273D2EB91F94}"/>
              </a:ext>
            </a:extLst>
          </p:cNvPr>
          <p:cNvCxnSpPr>
            <a:cxnSpLocks/>
          </p:cNvCxnSpPr>
          <p:nvPr/>
        </p:nvCxnSpPr>
        <p:spPr>
          <a:xfrm>
            <a:off x="8917934" y="3091297"/>
            <a:ext cx="47860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3EF371F-1730-CFC6-8F4B-AF9A319D33DE}"/>
              </a:ext>
            </a:extLst>
          </p:cNvPr>
          <p:cNvSpPr txBox="1"/>
          <p:nvPr/>
        </p:nvSpPr>
        <p:spPr>
          <a:xfrm>
            <a:off x="8029561" y="4700083"/>
            <a:ext cx="151552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i="1" dirty="0">
                <a:latin typeface=""/>
              </a:rPr>
              <a:t>(example landforms)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D4E2526-2441-7869-2718-EC0652E31F3F}"/>
              </a:ext>
            </a:extLst>
          </p:cNvPr>
          <p:cNvSpPr txBox="1"/>
          <p:nvPr/>
        </p:nvSpPr>
        <p:spPr>
          <a:xfrm>
            <a:off x="7121141" y="4349692"/>
            <a:ext cx="9027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"/>
              </a:rPr>
              <a:t>thaw slump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C75B73-B3B6-FFDF-724A-0806FEECE0C6}"/>
              </a:ext>
            </a:extLst>
          </p:cNvPr>
          <p:cNvSpPr txBox="1"/>
          <p:nvPr/>
        </p:nvSpPr>
        <p:spPr>
          <a:xfrm>
            <a:off x="9353385" y="5046941"/>
            <a:ext cx="12627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>
                <a:latin typeface=""/>
              </a:rPr>
              <a:t>thermokarst lake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487FC61-1D59-864F-2C03-CA5FA0BB7765}"/>
              </a:ext>
            </a:extLst>
          </p:cNvPr>
          <p:cNvSpPr txBox="1"/>
          <p:nvPr/>
        </p:nvSpPr>
        <p:spPr>
          <a:xfrm>
            <a:off x="601957" y="382999"/>
            <a:ext cx="6320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latin typeface=""/>
              </a:rPr>
              <a:t>(a)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F5FD66F6-9C48-F69D-E9DD-019B2D79AAE6}"/>
              </a:ext>
            </a:extLst>
          </p:cNvPr>
          <p:cNvSpPr/>
          <p:nvPr/>
        </p:nvSpPr>
        <p:spPr>
          <a:xfrm>
            <a:off x="4337524" y="2868815"/>
            <a:ext cx="2232885" cy="94112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"/>
              </a:rPr>
              <a:t>Thaw mode</a:t>
            </a:r>
          </a:p>
          <a:p>
            <a:pPr algn="ctr"/>
            <a:r>
              <a:rPr lang="en-US" i="1" dirty="0">
                <a:solidFill>
                  <a:schemeClr val="tx1"/>
                </a:solidFill>
                <a:latin typeface=""/>
              </a:rPr>
              <a:t>focus of this study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09AC4-8A7A-610E-35AE-D6773802D4B0}"/>
              </a:ext>
            </a:extLst>
          </p:cNvPr>
          <p:cNvSpPr txBox="1"/>
          <p:nvPr/>
        </p:nvSpPr>
        <p:spPr>
          <a:xfrm>
            <a:off x="9396538" y="2951230"/>
            <a:ext cx="139385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dirty="0">
                <a:latin typeface=""/>
              </a:rPr>
              <a:t>later position</a:t>
            </a:r>
          </a:p>
        </p:txBody>
      </p:sp>
    </p:spTree>
    <p:extLst>
      <p:ext uri="{BB962C8B-B14F-4D97-AF65-F5344CB8AC3E}">
        <p14:creationId xmlns:p14="http://schemas.microsoft.com/office/powerpoint/2010/main" val="34596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42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G. Pierce</dc:creator>
  <cp:lastModifiedBy>Ethan G. Pierce</cp:lastModifiedBy>
  <cp:revision>39</cp:revision>
  <cp:lastPrinted>2026-07-28T21:38:55Z</cp:lastPrinted>
  <dcterms:created xsi:type="dcterms:W3CDTF">2026-07-28T20:52:42Z</dcterms:created>
  <dcterms:modified xsi:type="dcterms:W3CDTF">2026-07-28T21:59:40Z</dcterms:modified>
</cp:coreProperties>
</file>