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6AB2F-C865-8880-C617-76247B8A8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2255D1-C3F3-1795-9D6C-FE939F5D6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83B46-8BCA-2EC8-D40A-8D7063276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33B48-6568-9D41-9EF4-21871761F6F6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11FF5-C18C-922C-C371-D48778E53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1C814-B165-039D-61EB-E2092AA67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5383A-E432-4045-8426-2E2C7985D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44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24666-9117-D2D3-4A25-628F31D7A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1063F-3262-C7C5-6386-467FF996E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3F391-6A9E-6100-FBD8-4CA8EB2FA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33B48-6568-9D41-9EF4-21871761F6F6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C4152-5A97-CCD1-92B8-632810D81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EB737-50E9-4ED6-0FDD-8CBA9BA65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5383A-E432-4045-8426-2E2C7985D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353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82E82-5AA7-A2C2-3F9A-8123B4F16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F987F-3294-FE08-CE15-84228B90C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11351-6394-062E-51C0-4C4681E05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33B48-6568-9D41-9EF4-21871761F6F6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547FE-AAB0-2DCB-7E45-66F8C5A6D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0EC10-192C-8CCB-A81C-414D58011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5383A-E432-4045-8426-2E2C7985D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151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855E5-F2BC-E931-B15A-D208BBEDE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E2FFE-2B7F-3952-EB6F-9CDD137E1F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F0D92E-0F17-C251-3FE5-A77B14403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AA5375-E8B7-F08D-2510-C118348BA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33B48-6568-9D41-9EF4-21871761F6F6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BB2CC-8DAD-F1ED-B473-56272647C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331F7-63D6-B1EB-F82B-D3E878FBD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5383A-E432-4045-8426-2E2C7985D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018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68617-6569-16E3-6228-97F36C065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67B44-E6C0-4386-A041-32DFB85B1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160EFB-1EB9-B34E-EC32-3ECFEE16A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4A537F-5B1C-6A9A-EF6B-9705AF4834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2656EC-EE6C-80D3-0B56-EB9D511437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776CA1-A543-A7B3-C94D-C4052A9C3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33B48-6568-9D41-9EF4-21871761F6F6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581214-47F4-E604-FD30-066C7479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373BDC-D156-2411-7BC8-29F2D02C1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5383A-E432-4045-8426-2E2C7985D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287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85FF8-7814-B9AB-8825-D84B3C1C2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7587A8-31D3-034B-BF58-8042B6419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33B48-6568-9D41-9EF4-21871761F6F6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89F508-84BD-C34E-C2B5-1D3B4F8FA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E51CF-BFB2-F41F-85FD-516C420F4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5383A-E432-4045-8426-2E2C7985D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477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20A43E-4AD5-0790-461C-BA680ED8D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33B48-6568-9D41-9EF4-21871761F6F6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F255D8-1E0F-F45B-4F32-77A49F3D7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864A2-8211-1275-A9DF-CC4B87DCD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5383A-E432-4045-8426-2E2C7985D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312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5A3DF-1880-E669-EC7F-8BC998BCA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24715-A75A-A4F7-4CE3-FF2454FFC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859CE-5673-A51C-FF7C-DBF1F0EED9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4B24C-CFBA-CDCE-9DA3-262137D70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33B48-6568-9D41-9EF4-21871761F6F6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20942E-D6F8-D9E9-1656-AB427F8D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64D796-9377-B1F4-3177-FA6C7623D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5383A-E432-4045-8426-2E2C7985D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46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C3765-AED7-FA74-74E4-2CEE0943A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C7223D-5572-EC34-4D41-935A766BAB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5C1C31-DF34-F478-E80D-C812782A95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543EC-0F65-5E2F-09AE-20F74034D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33B48-6568-9D41-9EF4-21871761F6F6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80D960-14BD-AD28-DB6E-F37DAE7B9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28DC34-6B0A-F059-5600-A56979206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5383A-E432-4045-8426-2E2C7985D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932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C919E-6279-49DD-7003-6DCA9C79B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CF5DD6-DC42-1423-12C2-4094A0371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81926-62AE-BBC1-56CC-8F2E9A10D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33B48-6568-9D41-9EF4-21871761F6F6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BC7A9-790D-63E5-96C6-698B0509F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1EB7A-CAD2-3E5E-524F-7007C785E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5383A-E432-4045-8426-2E2C7985D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706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E44744-81FD-FAEA-C0AE-77CF888B18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4D8FE4-ACA2-EC4E-F30C-4B235C2BC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F2036-8636-3AB6-698C-6D56D6E97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33B48-6568-9D41-9EF4-21871761F6F6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CE236-E26A-ABB8-619D-2C1EBE23A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9B6BD-E4EB-4790-582F-E1EBFE78B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5383A-E432-4045-8426-2E2C7985D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43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EA7FD5-D4A5-D27A-96CD-0178CD1F0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C7B79-3A6B-7C0B-B150-960FF9529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FEA9C-2FA1-D97C-FB27-CCED2F3068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B33B48-6568-9D41-9EF4-21871761F6F6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256F5-8E98-C4D5-BA3E-596027F05B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D356-D795-3820-D8C8-85A616CB85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A5383A-E432-4045-8426-2E2C7985D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174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2A38E-31FE-4E53-06C7-D781F0355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5A5E01C5-0BE9-76F2-15E2-8FA0FD620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80098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Helvetica Light" panose="020B0403020202020204" pitchFamily="34" charset="0"/>
              </a:rPr>
              <a:t>~40% of interior and Arctic Alaska is susceptible to abrupt thaw</a:t>
            </a:r>
          </a:p>
        </p:txBody>
      </p:sp>
      <p:pic>
        <p:nvPicPr>
          <p:cNvPr id="12" name="Picture 11" descr="A map of the earth&#10;&#10;AI-generated content may be incorrect.">
            <a:extLst>
              <a:ext uri="{FF2B5EF4-FFF2-40B4-BE49-F238E27FC236}">
                <a16:creationId xmlns:a16="http://schemas.microsoft.com/office/drawing/2014/main" id="{EA19EF2E-EA9A-6110-34F0-A32C020D2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614" y="693098"/>
            <a:ext cx="8742771" cy="616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685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Helvetica Light</vt:lpstr>
      <vt:lpstr>Helvetica Light</vt:lpstr>
      <vt:lpstr>Office Theme</vt:lpstr>
      <vt:lpstr>~40% of interior and Arctic Alaska is susceptible to abrupt thaw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Pierce</dc:creator>
  <cp:lastModifiedBy>Ethan Pierce</cp:lastModifiedBy>
  <cp:revision>1</cp:revision>
  <dcterms:created xsi:type="dcterms:W3CDTF">2026-01-27T03:33:20Z</dcterms:created>
  <dcterms:modified xsi:type="dcterms:W3CDTF">2026-01-27T03:34:58Z</dcterms:modified>
</cp:coreProperties>
</file>