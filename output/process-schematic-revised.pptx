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280D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58"/>
  </p:normalViewPr>
  <p:slideViewPr>
    <p:cSldViewPr snapToGrid="0">
      <p:cViewPr varScale="1">
        <p:scale>
          <a:sx n="120" d="100"/>
          <a:sy n="120" d="100"/>
        </p:scale>
        <p:origin x="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2294F-FF65-1058-F65F-E5FF52F13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84C12-FD2E-D09F-7E16-307F16CAC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9" indent="0" algn="ctr">
              <a:buNone/>
              <a:defRPr sz="2000"/>
            </a:lvl2pPr>
            <a:lvl3pPr marL="914418" indent="0" algn="ctr">
              <a:buNone/>
              <a:defRPr sz="1800"/>
            </a:lvl3pPr>
            <a:lvl4pPr marL="1371627" indent="0" algn="ctr">
              <a:buNone/>
              <a:defRPr sz="1600"/>
            </a:lvl4pPr>
            <a:lvl5pPr marL="1828837" indent="0" algn="ctr">
              <a:buNone/>
              <a:defRPr sz="1600"/>
            </a:lvl5pPr>
            <a:lvl6pPr marL="2286046" indent="0" algn="ctr">
              <a:buNone/>
              <a:defRPr sz="1600"/>
            </a:lvl6pPr>
            <a:lvl7pPr marL="2743255" indent="0" algn="ctr">
              <a:buNone/>
              <a:defRPr sz="1600"/>
            </a:lvl7pPr>
            <a:lvl8pPr marL="3200464" indent="0" algn="ctr">
              <a:buNone/>
              <a:defRPr sz="1600"/>
            </a:lvl8pPr>
            <a:lvl9pPr marL="365767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46A6C-F882-DD00-C327-A52CB413C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4E288-DB87-AECB-B04C-B73B4742F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B407F-CAC8-2406-B4B3-4C8A2DBA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8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D51B0-42C9-54F0-AD1D-21353F502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952C9-9425-65B9-AD0B-D539038AC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9FE37-4372-0F80-F465-EA1358D29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02810-7F08-575E-6DCC-E8125809D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55F75-A3D7-7C65-A248-325E4B62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480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F5440-15A1-8096-03D6-3E45A1270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4045B-251C-A2CD-3A6C-4FBF08F61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8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3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5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6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7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C601D-9E00-73C7-CC8F-25A6C502C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3EB3C-223C-9598-BD8A-EC9561FA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2AD59-8A65-78B8-C0EE-1FFA2924F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44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5CA62-1667-735A-0B9B-D6E58F3C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E83DF-9935-2BB5-8961-B686E6E903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1574D6-4690-5DE8-2AB5-4DA33EDB2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B1A87-D93E-4F9C-80F0-B2B5B564F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45E89-632D-2ADC-CDB4-F9408B0FB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FB1DB-FD36-AB20-B663-2042748F7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76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B4F21-C2B2-B3C2-F689-E5CFD4007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F7C9A-7E21-2746-A90B-1A329DC21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0B80C-AB26-5DC6-72A8-98F5EF623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963E38-02C3-CAC8-0A7D-4BBCEF5891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5046D5-D33A-8850-1DA1-4BF0334C94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2B6484-52B0-41F6-D9E1-D7B2A81B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0E600A-C45E-BB82-A613-32006463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5D2EDB-8D11-15B2-A63B-BA07C71AF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2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97147-9DEC-7DB2-C075-F70D8FCDF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FE7080-DE2B-734C-3F68-238E5FE29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A99460-5D98-E86D-9F59-50FBB5E0A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DAECEA-0EEA-A375-B64F-1FE37AAB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15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CC19F7-B810-CE55-A49A-2D8444EF1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E81BE2-D389-2677-9552-10A617D0A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C3FC0-C409-9BA1-EE47-68EEFC7A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66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B0549-1BA3-43A9-094E-F0440C465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DE17A-4DF9-66D3-62F0-8B4355FD1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3C679-EEA1-1EA7-FC31-A88D1A7FF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00105-D353-4E91-9821-C1CB3CA50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67965-CBAA-603F-A7FE-18DD7F2AB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4DD6D-84BE-A178-DACB-46D17AE5C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52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CEFE4-67D2-8359-D06F-945B7AE8D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2C3327-EFEB-24F8-3A07-7A64643068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9" indent="0">
              <a:buNone/>
              <a:defRPr sz="2800"/>
            </a:lvl2pPr>
            <a:lvl3pPr marL="914418" indent="0">
              <a:buNone/>
              <a:defRPr sz="2400"/>
            </a:lvl3pPr>
            <a:lvl4pPr marL="1371627" indent="0">
              <a:buNone/>
              <a:defRPr sz="2000"/>
            </a:lvl4pPr>
            <a:lvl5pPr marL="1828837" indent="0">
              <a:buNone/>
              <a:defRPr sz="2000"/>
            </a:lvl5pPr>
            <a:lvl6pPr marL="2286046" indent="0">
              <a:buNone/>
              <a:defRPr sz="2000"/>
            </a:lvl6pPr>
            <a:lvl7pPr marL="2743255" indent="0">
              <a:buNone/>
              <a:defRPr sz="2000"/>
            </a:lvl7pPr>
            <a:lvl8pPr marL="3200464" indent="0">
              <a:buNone/>
              <a:defRPr sz="2000"/>
            </a:lvl8pPr>
            <a:lvl9pPr marL="3657673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FD8D5-534D-8C08-85C2-29C465445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58801-4B38-13FA-E5DC-AEB20B761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01E69-267D-EBCE-8B20-2EF79CA89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589CD-2C7A-F122-E0AE-A48751E5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6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6582-B1B7-F6EC-2CDB-1AFAD3851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1338F-28CB-2DDE-9E76-CAC93D57D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57B54-C3D2-5F2D-E519-D522BE0FD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B5B1D-4905-D568-CC1F-6DA1DC7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474F4-FB4E-D946-5690-D84A1093A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25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D910C2-7D49-5699-2138-3E1E1EE5D5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23E882-891C-FBCC-7E87-F38373A3D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765C3-5FFF-ED7E-3CF0-FD739F83E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2DB9A-97F2-67E8-DA01-CAC96385B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CE975-D504-C836-9C2C-92C89D5F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47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D4C1B9-A5A2-BE90-0D1C-FBFFDFCA4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7AB8C-44F2-6192-4BC5-9354B702D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07ACC-E28B-F88C-9425-16B2259F0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DFB6E-9C33-264E-B094-69C2B179F5E9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C9005-5A94-62AC-4FBF-AD2BDF698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FB632-654B-EB1E-D485-BD94F9E9A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94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1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4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3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32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41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50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5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6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78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9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8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6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5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4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73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132">
            <a:extLst>
              <a:ext uri="{FF2B5EF4-FFF2-40B4-BE49-F238E27FC236}">
                <a16:creationId xmlns:a16="http://schemas.microsoft.com/office/drawing/2014/main" id="{3AD57107-71B1-0C65-EDA8-876CC940F176}"/>
              </a:ext>
            </a:extLst>
          </p:cNvPr>
          <p:cNvSpPr txBox="1"/>
          <p:nvPr/>
        </p:nvSpPr>
        <p:spPr>
          <a:xfrm>
            <a:off x="1032237" y="3701444"/>
            <a:ext cx="342970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>
                <a:latin typeface=""/>
              </a:rPr>
              <a:t>Ice-rich permafrost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E916325-D431-EA9C-AFAC-A5044F9272FB}"/>
              </a:ext>
            </a:extLst>
          </p:cNvPr>
          <p:cNvSpPr txBox="1"/>
          <p:nvPr/>
        </p:nvSpPr>
        <p:spPr>
          <a:xfrm>
            <a:off x="7559191" y="463076"/>
            <a:ext cx="342970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>
                <a:latin typeface=""/>
              </a:rPr>
              <a:t>Non-abrupt thaw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A3716B4-2508-46C9-DE15-7C5027B36353}"/>
              </a:ext>
            </a:extLst>
          </p:cNvPr>
          <p:cNvSpPr txBox="1"/>
          <p:nvPr/>
        </p:nvSpPr>
        <p:spPr>
          <a:xfrm>
            <a:off x="7559191" y="3732644"/>
            <a:ext cx="342970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>
                <a:latin typeface=""/>
              </a:rPr>
              <a:t>Abrupt thaw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C3BFF00-B699-14C4-46D1-A84D36BD4BB8}"/>
              </a:ext>
            </a:extLst>
          </p:cNvPr>
          <p:cNvSpPr txBox="1"/>
          <p:nvPr/>
        </p:nvSpPr>
        <p:spPr>
          <a:xfrm>
            <a:off x="8069249" y="3199111"/>
            <a:ext cx="139385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dirty="0">
                <a:latin typeface=""/>
              </a:rPr>
              <a:t>initial position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5092C890-E954-84BD-27B6-B849C10077E9}"/>
              </a:ext>
            </a:extLst>
          </p:cNvPr>
          <p:cNvCxnSpPr>
            <a:cxnSpLocks/>
          </p:cNvCxnSpPr>
          <p:nvPr/>
        </p:nvCxnSpPr>
        <p:spPr>
          <a:xfrm>
            <a:off x="7590645" y="3348901"/>
            <a:ext cx="478604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D592F02A-9FF8-82B3-887B-273D2EB91F94}"/>
              </a:ext>
            </a:extLst>
          </p:cNvPr>
          <p:cNvCxnSpPr>
            <a:cxnSpLocks/>
          </p:cNvCxnSpPr>
          <p:nvPr/>
        </p:nvCxnSpPr>
        <p:spPr>
          <a:xfrm>
            <a:off x="9428297" y="3335847"/>
            <a:ext cx="478604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4487FC61-1D59-864F-2C03-CA5FA0BB7765}"/>
              </a:ext>
            </a:extLst>
          </p:cNvPr>
          <p:cNvSpPr txBox="1"/>
          <p:nvPr/>
        </p:nvSpPr>
        <p:spPr>
          <a:xfrm>
            <a:off x="716236" y="92594"/>
            <a:ext cx="632002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>
                <a:latin typeface=""/>
              </a:rPr>
              <a:t>(a)</a:t>
            </a:r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F5FD66F6-9C48-F69D-E9DD-019B2D79AAE6}"/>
              </a:ext>
            </a:extLst>
          </p:cNvPr>
          <p:cNvSpPr/>
          <p:nvPr/>
        </p:nvSpPr>
        <p:spPr>
          <a:xfrm>
            <a:off x="4854791" y="3209396"/>
            <a:ext cx="2232885" cy="94112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"/>
              </a:rPr>
              <a:t>Thaw mode</a:t>
            </a:r>
          </a:p>
          <a:p>
            <a:pPr algn="ctr"/>
            <a:r>
              <a:rPr lang="en-US" i="1" dirty="0">
                <a:solidFill>
                  <a:schemeClr val="tx1"/>
                </a:solidFill>
                <a:latin typeface=""/>
              </a:rPr>
              <a:t>focus of this study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A09AC4-8A7A-610E-35AE-D6773802D4B0}"/>
              </a:ext>
            </a:extLst>
          </p:cNvPr>
          <p:cNvSpPr txBox="1"/>
          <p:nvPr/>
        </p:nvSpPr>
        <p:spPr>
          <a:xfrm>
            <a:off x="9906901" y="3195780"/>
            <a:ext cx="139385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dirty="0">
                <a:latin typeface=""/>
              </a:rPr>
              <a:t>later position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A8D96AE-5B41-1F35-2A61-332C3B7739CB}"/>
              </a:ext>
            </a:extLst>
          </p:cNvPr>
          <p:cNvGrpSpPr/>
          <p:nvPr/>
        </p:nvGrpSpPr>
        <p:grpSpPr>
          <a:xfrm>
            <a:off x="874896" y="4164358"/>
            <a:ext cx="3539316" cy="2294240"/>
            <a:chOff x="312278" y="2192927"/>
            <a:chExt cx="3539316" cy="2294240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FBDF7524-398F-266E-E8FA-58EA105A376A}"/>
                </a:ext>
              </a:extLst>
            </p:cNvPr>
            <p:cNvSpPr/>
            <p:nvPr/>
          </p:nvSpPr>
          <p:spPr>
            <a:xfrm>
              <a:off x="390948" y="2192927"/>
              <a:ext cx="3429709" cy="22928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0ABB26C-FF41-2B81-661E-0EFC94D83F6D}"/>
                </a:ext>
              </a:extLst>
            </p:cNvPr>
            <p:cNvSpPr/>
            <p:nvPr/>
          </p:nvSpPr>
          <p:spPr>
            <a:xfrm rot="583769">
              <a:off x="396011" y="2531023"/>
              <a:ext cx="3455583" cy="230455"/>
            </a:xfrm>
            <a:custGeom>
              <a:avLst/>
              <a:gdLst>
                <a:gd name="csX0" fmla="*/ 0 w 3455582"/>
                <a:gd name="csY0" fmla="*/ 212977 h 319302"/>
                <a:gd name="csX1" fmla="*/ 499730 w 3455582"/>
                <a:gd name="csY1" fmla="*/ 325 h 319302"/>
                <a:gd name="csX2" fmla="*/ 978196 w 3455582"/>
                <a:gd name="csY2" fmla="*/ 255507 h 319302"/>
                <a:gd name="csX3" fmla="*/ 1371600 w 3455582"/>
                <a:gd name="csY3" fmla="*/ 10958 h 319302"/>
                <a:gd name="csX4" fmla="*/ 1743740 w 3455582"/>
                <a:gd name="csY4" fmla="*/ 255507 h 319302"/>
                <a:gd name="csX5" fmla="*/ 2126512 w 3455582"/>
                <a:gd name="csY5" fmla="*/ 32223 h 319302"/>
                <a:gd name="csX6" fmla="*/ 2562447 w 3455582"/>
                <a:gd name="csY6" fmla="*/ 298037 h 319302"/>
                <a:gd name="csX7" fmla="*/ 3051544 w 3455582"/>
                <a:gd name="csY7" fmla="*/ 64121 h 319302"/>
                <a:gd name="csX8" fmla="*/ 3455582 w 3455582"/>
                <a:gd name="csY8" fmla="*/ 319302 h 319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55582" h="319302">
                  <a:moveTo>
                    <a:pt x="0" y="212977"/>
                  </a:moveTo>
                  <a:cubicBezTo>
                    <a:pt x="168348" y="103107"/>
                    <a:pt x="336697" y="-6763"/>
                    <a:pt x="499730" y="325"/>
                  </a:cubicBezTo>
                  <a:cubicBezTo>
                    <a:pt x="662763" y="7413"/>
                    <a:pt x="832884" y="253735"/>
                    <a:pt x="978196" y="255507"/>
                  </a:cubicBezTo>
                  <a:cubicBezTo>
                    <a:pt x="1123508" y="257279"/>
                    <a:pt x="1244009" y="10958"/>
                    <a:pt x="1371600" y="10958"/>
                  </a:cubicBezTo>
                  <a:cubicBezTo>
                    <a:pt x="1499191" y="10958"/>
                    <a:pt x="1617921" y="251963"/>
                    <a:pt x="1743740" y="255507"/>
                  </a:cubicBezTo>
                  <a:cubicBezTo>
                    <a:pt x="1869559" y="259051"/>
                    <a:pt x="1990061" y="25135"/>
                    <a:pt x="2126512" y="32223"/>
                  </a:cubicBezTo>
                  <a:cubicBezTo>
                    <a:pt x="2262963" y="39311"/>
                    <a:pt x="2408275" y="292721"/>
                    <a:pt x="2562447" y="298037"/>
                  </a:cubicBezTo>
                  <a:cubicBezTo>
                    <a:pt x="2716619" y="303353"/>
                    <a:pt x="2902688" y="60577"/>
                    <a:pt x="3051544" y="64121"/>
                  </a:cubicBezTo>
                  <a:cubicBezTo>
                    <a:pt x="3200400" y="67665"/>
                    <a:pt x="3327991" y="193483"/>
                    <a:pt x="3455582" y="319302"/>
                  </a:cubicBezTo>
                </a:path>
              </a:pathLst>
            </a:custGeom>
            <a:noFill/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10BDEC4-4C0C-F9CA-9DB2-F2A9F0F4DA4F}"/>
                </a:ext>
              </a:extLst>
            </p:cNvPr>
            <p:cNvSpPr/>
            <p:nvPr/>
          </p:nvSpPr>
          <p:spPr>
            <a:xfrm rot="583769">
              <a:off x="377789" y="3208018"/>
              <a:ext cx="3455583" cy="140994"/>
            </a:xfrm>
            <a:custGeom>
              <a:avLst/>
              <a:gdLst>
                <a:gd name="csX0" fmla="*/ 0 w 3455582"/>
                <a:gd name="csY0" fmla="*/ 212977 h 319302"/>
                <a:gd name="csX1" fmla="*/ 499730 w 3455582"/>
                <a:gd name="csY1" fmla="*/ 325 h 319302"/>
                <a:gd name="csX2" fmla="*/ 978196 w 3455582"/>
                <a:gd name="csY2" fmla="*/ 255507 h 319302"/>
                <a:gd name="csX3" fmla="*/ 1371600 w 3455582"/>
                <a:gd name="csY3" fmla="*/ 10958 h 319302"/>
                <a:gd name="csX4" fmla="*/ 1743740 w 3455582"/>
                <a:gd name="csY4" fmla="*/ 255507 h 319302"/>
                <a:gd name="csX5" fmla="*/ 2126512 w 3455582"/>
                <a:gd name="csY5" fmla="*/ 32223 h 319302"/>
                <a:gd name="csX6" fmla="*/ 2562447 w 3455582"/>
                <a:gd name="csY6" fmla="*/ 298037 h 319302"/>
                <a:gd name="csX7" fmla="*/ 3051544 w 3455582"/>
                <a:gd name="csY7" fmla="*/ 64121 h 319302"/>
                <a:gd name="csX8" fmla="*/ 3455582 w 3455582"/>
                <a:gd name="csY8" fmla="*/ 319302 h 319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55582" h="319302">
                  <a:moveTo>
                    <a:pt x="0" y="212977"/>
                  </a:moveTo>
                  <a:cubicBezTo>
                    <a:pt x="168348" y="103107"/>
                    <a:pt x="336697" y="-6763"/>
                    <a:pt x="499730" y="325"/>
                  </a:cubicBezTo>
                  <a:cubicBezTo>
                    <a:pt x="662763" y="7413"/>
                    <a:pt x="832884" y="253735"/>
                    <a:pt x="978196" y="255507"/>
                  </a:cubicBezTo>
                  <a:cubicBezTo>
                    <a:pt x="1123508" y="257279"/>
                    <a:pt x="1244009" y="10958"/>
                    <a:pt x="1371600" y="10958"/>
                  </a:cubicBezTo>
                  <a:cubicBezTo>
                    <a:pt x="1499191" y="10958"/>
                    <a:pt x="1617921" y="251963"/>
                    <a:pt x="1743740" y="255507"/>
                  </a:cubicBezTo>
                  <a:cubicBezTo>
                    <a:pt x="1869559" y="259051"/>
                    <a:pt x="1990061" y="25135"/>
                    <a:pt x="2126512" y="32223"/>
                  </a:cubicBezTo>
                  <a:cubicBezTo>
                    <a:pt x="2262963" y="39311"/>
                    <a:pt x="2408275" y="292721"/>
                    <a:pt x="2562447" y="298037"/>
                  </a:cubicBezTo>
                  <a:cubicBezTo>
                    <a:pt x="2716619" y="303353"/>
                    <a:pt x="2902688" y="60577"/>
                    <a:pt x="3051544" y="64121"/>
                  </a:cubicBezTo>
                  <a:cubicBezTo>
                    <a:pt x="3200400" y="67665"/>
                    <a:pt x="3327991" y="193483"/>
                    <a:pt x="3455582" y="319302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01B9A63-AFB1-D962-FA13-10F4B3BA34D5}"/>
                </a:ext>
              </a:extLst>
            </p:cNvPr>
            <p:cNvSpPr txBox="1"/>
            <p:nvPr/>
          </p:nvSpPr>
          <p:spPr>
            <a:xfrm>
              <a:off x="312278" y="4179390"/>
              <a:ext cx="174752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dirty="0">
                  <a:latin typeface=""/>
                </a:rPr>
                <a:t>excess ground ice 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628F5FE-7B55-3255-AAF8-3DD328BE70A6}"/>
                </a:ext>
              </a:extLst>
            </p:cNvPr>
            <p:cNvSpPr txBox="1"/>
            <p:nvPr/>
          </p:nvSpPr>
          <p:spPr>
            <a:xfrm>
              <a:off x="1285772" y="2795170"/>
              <a:ext cx="174752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dirty="0">
                  <a:latin typeface=""/>
                </a:rPr>
                <a:t>active layer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5DAE987-025D-BBB6-5F1A-99A246C6E0F1}"/>
                </a:ext>
              </a:extLst>
            </p:cNvPr>
            <p:cNvSpPr txBox="1"/>
            <p:nvPr/>
          </p:nvSpPr>
          <p:spPr>
            <a:xfrm>
              <a:off x="1390134" y="3441952"/>
              <a:ext cx="174752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dirty="0">
                  <a:latin typeface=""/>
                </a:rPr>
                <a:t>permafrost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D8EB7CEC-7ACC-2BB9-544B-EFC01BA3509D}"/>
                </a:ext>
              </a:extLst>
            </p:cNvPr>
            <p:cNvSpPr/>
            <p:nvPr/>
          </p:nvSpPr>
          <p:spPr>
            <a:xfrm>
              <a:off x="469619" y="3579102"/>
              <a:ext cx="1216668" cy="124547"/>
            </a:xfrm>
            <a:custGeom>
              <a:avLst/>
              <a:gdLst>
                <a:gd name="csX0" fmla="*/ 0 w 1216668"/>
                <a:gd name="csY0" fmla="*/ 62274 h 124547"/>
                <a:gd name="csX1" fmla="*/ 608334 w 1216668"/>
                <a:gd name="csY1" fmla="*/ 0 h 124547"/>
                <a:gd name="csX2" fmla="*/ 1216668 w 1216668"/>
                <a:gd name="csY2" fmla="*/ 62274 h 124547"/>
                <a:gd name="csX3" fmla="*/ 608334 w 1216668"/>
                <a:gd name="csY3" fmla="*/ 124548 h 124547"/>
                <a:gd name="csX4" fmla="*/ 0 w 1216668"/>
                <a:gd name="csY4" fmla="*/ 62274 h 124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16668" h="124547" fill="none" extrusionOk="0">
                  <a:moveTo>
                    <a:pt x="0" y="62274"/>
                  </a:moveTo>
                  <a:cubicBezTo>
                    <a:pt x="69609" y="36139"/>
                    <a:pt x="283941" y="-23834"/>
                    <a:pt x="608334" y="0"/>
                  </a:cubicBezTo>
                  <a:cubicBezTo>
                    <a:pt x="942198" y="-323"/>
                    <a:pt x="1210380" y="33802"/>
                    <a:pt x="1216668" y="62274"/>
                  </a:cubicBezTo>
                  <a:cubicBezTo>
                    <a:pt x="1210321" y="36137"/>
                    <a:pt x="897461" y="189653"/>
                    <a:pt x="608334" y="124548"/>
                  </a:cubicBezTo>
                  <a:cubicBezTo>
                    <a:pt x="280563" y="129141"/>
                    <a:pt x="4593" y="97771"/>
                    <a:pt x="0" y="62274"/>
                  </a:cubicBezTo>
                  <a:close/>
                </a:path>
                <a:path w="1216668" h="124547" stroke="0" extrusionOk="0">
                  <a:moveTo>
                    <a:pt x="0" y="62274"/>
                  </a:moveTo>
                  <a:cubicBezTo>
                    <a:pt x="-63163" y="-11080"/>
                    <a:pt x="241817" y="11463"/>
                    <a:pt x="608334" y="0"/>
                  </a:cubicBezTo>
                  <a:cubicBezTo>
                    <a:pt x="948882" y="963"/>
                    <a:pt x="1213890" y="27969"/>
                    <a:pt x="1216668" y="62274"/>
                  </a:cubicBezTo>
                  <a:cubicBezTo>
                    <a:pt x="1184160" y="128413"/>
                    <a:pt x="936241" y="169138"/>
                    <a:pt x="608334" y="124548"/>
                  </a:cubicBezTo>
                  <a:cubicBezTo>
                    <a:pt x="266206" y="121181"/>
                    <a:pt x="2457" y="97841"/>
                    <a:pt x="0" y="62274"/>
                  </a:cubicBezTo>
                  <a:close/>
                </a:path>
              </a:pathLst>
            </a:custGeom>
            <a:pattFill prst="dk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>
              <a:solidFill>
                <a:schemeClr val="accent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560BC71-51D6-561D-40D1-1D6443916B91}"/>
                </a:ext>
              </a:extLst>
            </p:cNvPr>
            <p:cNvSpPr/>
            <p:nvPr/>
          </p:nvSpPr>
          <p:spPr>
            <a:xfrm>
              <a:off x="2424968" y="3850746"/>
              <a:ext cx="1216663" cy="128248"/>
            </a:xfrm>
            <a:custGeom>
              <a:avLst/>
              <a:gdLst>
                <a:gd name="csX0" fmla="*/ 0 w 1216663"/>
                <a:gd name="csY0" fmla="*/ 64124 h 128248"/>
                <a:gd name="csX1" fmla="*/ 608332 w 1216663"/>
                <a:gd name="csY1" fmla="*/ 0 h 128248"/>
                <a:gd name="csX2" fmla="*/ 1216664 w 1216663"/>
                <a:gd name="csY2" fmla="*/ 64124 h 128248"/>
                <a:gd name="csX3" fmla="*/ 608332 w 1216663"/>
                <a:gd name="csY3" fmla="*/ 128248 h 128248"/>
                <a:gd name="csX4" fmla="*/ 0 w 1216663"/>
                <a:gd name="csY4" fmla="*/ 64124 h 1282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16663" h="128248" fill="none" extrusionOk="0">
                  <a:moveTo>
                    <a:pt x="0" y="64124"/>
                  </a:moveTo>
                  <a:cubicBezTo>
                    <a:pt x="33571" y="32692"/>
                    <a:pt x="283495" y="-22915"/>
                    <a:pt x="608332" y="0"/>
                  </a:cubicBezTo>
                  <a:cubicBezTo>
                    <a:pt x="937376" y="-1061"/>
                    <a:pt x="1213975" y="31241"/>
                    <a:pt x="1216664" y="64124"/>
                  </a:cubicBezTo>
                  <a:cubicBezTo>
                    <a:pt x="1215038" y="84030"/>
                    <a:pt x="930887" y="146893"/>
                    <a:pt x="608332" y="128248"/>
                  </a:cubicBezTo>
                  <a:cubicBezTo>
                    <a:pt x="274924" y="129683"/>
                    <a:pt x="1346" y="99863"/>
                    <a:pt x="0" y="64124"/>
                  </a:cubicBezTo>
                  <a:close/>
                </a:path>
                <a:path w="1216663" h="128248" stroke="0" extrusionOk="0">
                  <a:moveTo>
                    <a:pt x="0" y="64124"/>
                  </a:moveTo>
                  <a:cubicBezTo>
                    <a:pt x="-29864" y="10288"/>
                    <a:pt x="234528" y="14199"/>
                    <a:pt x="608332" y="0"/>
                  </a:cubicBezTo>
                  <a:cubicBezTo>
                    <a:pt x="945248" y="199"/>
                    <a:pt x="1209506" y="28937"/>
                    <a:pt x="1216664" y="64124"/>
                  </a:cubicBezTo>
                  <a:cubicBezTo>
                    <a:pt x="1188848" y="126703"/>
                    <a:pt x="938501" y="160322"/>
                    <a:pt x="608332" y="128248"/>
                  </a:cubicBezTo>
                  <a:cubicBezTo>
                    <a:pt x="267581" y="125633"/>
                    <a:pt x="1784" y="100391"/>
                    <a:pt x="0" y="64124"/>
                  </a:cubicBezTo>
                  <a:close/>
                </a:path>
              </a:pathLst>
            </a:custGeom>
            <a:pattFill prst="dk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cmpd="sng">
              <a:solidFill>
                <a:schemeClr val="accent1">
                  <a:lumMod val="60000"/>
                  <a:lumOff val="40000"/>
                </a:schemeClr>
              </a:solidFill>
              <a:miter lim="800000"/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DEAA075-5007-618F-5B36-677D030C2D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5157" y="3779458"/>
              <a:ext cx="3072" cy="4122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5876508-2085-B2C3-21F4-6178C6A79E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1520" y="4030129"/>
              <a:ext cx="453147" cy="2573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151747E-748E-9F64-A9E5-93FF46CA784C}"/>
              </a:ext>
            </a:extLst>
          </p:cNvPr>
          <p:cNvSpPr/>
          <p:nvPr/>
        </p:nvSpPr>
        <p:spPr>
          <a:xfrm>
            <a:off x="7583922" y="889156"/>
            <a:ext cx="3429709" cy="22928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77FF3A2-3B9F-05CA-3B2C-A678A89E9AF2}"/>
              </a:ext>
            </a:extLst>
          </p:cNvPr>
          <p:cNvSpPr/>
          <p:nvPr/>
        </p:nvSpPr>
        <p:spPr>
          <a:xfrm rot="583769">
            <a:off x="7588985" y="1227252"/>
            <a:ext cx="3455583" cy="230455"/>
          </a:xfrm>
          <a:custGeom>
            <a:avLst/>
            <a:gdLst>
              <a:gd name="csX0" fmla="*/ 0 w 3455582"/>
              <a:gd name="csY0" fmla="*/ 212977 h 319302"/>
              <a:gd name="csX1" fmla="*/ 499730 w 3455582"/>
              <a:gd name="csY1" fmla="*/ 325 h 319302"/>
              <a:gd name="csX2" fmla="*/ 978196 w 3455582"/>
              <a:gd name="csY2" fmla="*/ 255507 h 319302"/>
              <a:gd name="csX3" fmla="*/ 1371600 w 3455582"/>
              <a:gd name="csY3" fmla="*/ 10958 h 319302"/>
              <a:gd name="csX4" fmla="*/ 1743740 w 3455582"/>
              <a:gd name="csY4" fmla="*/ 255507 h 319302"/>
              <a:gd name="csX5" fmla="*/ 2126512 w 3455582"/>
              <a:gd name="csY5" fmla="*/ 32223 h 319302"/>
              <a:gd name="csX6" fmla="*/ 2562447 w 3455582"/>
              <a:gd name="csY6" fmla="*/ 298037 h 319302"/>
              <a:gd name="csX7" fmla="*/ 3051544 w 3455582"/>
              <a:gd name="csY7" fmla="*/ 64121 h 319302"/>
              <a:gd name="csX8" fmla="*/ 3455582 w 3455582"/>
              <a:gd name="csY8" fmla="*/ 319302 h 319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455582" h="319302">
                <a:moveTo>
                  <a:pt x="0" y="212977"/>
                </a:moveTo>
                <a:cubicBezTo>
                  <a:pt x="168348" y="103107"/>
                  <a:pt x="336697" y="-6763"/>
                  <a:pt x="499730" y="325"/>
                </a:cubicBezTo>
                <a:cubicBezTo>
                  <a:pt x="662763" y="7413"/>
                  <a:pt x="832884" y="253735"/>
                  <a:pt x="978196" y="255507"/>
                </a:cubicBezTo>
                <a:cubicBezTo>
                  <a:pt x="1123508" y="257279"/>
                  <a:pt x="1244009" y="10958"/>
                  <a:pt x="1371600" y="10958"/>
                </a:cubicBezTo>
                <a:cubicBezTo>
                  <a:pt x="1499191" y="10958"/>
                  <a:pt x="1617921" y="251963"/>
                  <a:pt x="1743740" y="255507"/>
                </a:cubicBezTo>
                <a:cubicBezTo>
                  <a:pt x="1869559" y="259051"/>
                  <a:pt x="1990061" y="25135"/>
                  <a:pt x="2126512" y="32223"/>
                </a:cubicBezTo>
                <a:cubicBezTo>
                  <a:pt x="2262963" y="39311"/>
                  <a:pt x="2408275" y="292721"/>
                  <a:pt x="2562447" y="298037"/>
                </a:cubicBezTo>
                <a:cubicBezTo>
                  <a:pt x="2716619" y="303353"/>
                  <a:pt x="2902688" y="60577"/>
                  <a:pt x="3051544" y="64121"/>
                </a:cubicBezTo>
                <a:cubicBezTo>
                  <a:pt x="3200400" y="67665"/>
                  <a:pt x="3327991" y="193483"/>
                  <a:pt x="3455582" y="319302"/>
                </a:cubicBez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A1E035E-657F-FF14-16E1-2D027625724D}"/>
              </a:ext>
            </a:extLst>
          </p:cNvPr>
          <p:cNvSpPr/>
          <p:nvPr/>
        </p:nvSpPr>
        <p:spPr>
          <a:xfrm rot="583769">
            <a:off x="7570763" y="1904247"/>
            <a:ext cx="3455583" cy="140994"/>
          </a:xfrm>
          <a:custGeom>
            <a:avLst/>
            <a:gdLst>
              <a:gd name="csX0" fmla="*/ 0 w 3455582"/>
              <a:gd name="csY0" fmla="*/ 212977 h 319302"/>
              <a:gd name="csX1" fmla="*/ 499730 w 3455582"/>
              <a:gd name="csY1" fmla="*/ 325 h 319302"/>
              <a:gd name="csX2" fmla="*/ 978196 w 3455582"/>
              <a:gd name="csY2" fmla="*/ 255507 h 319302"/>
              <a:gd name="csX3" fmla="*/ 1371600 w 3455582"/>
              <a:gd name="csY3" fmla="*/ 10958 h 319302"/>
              <a:gd name="csX4" fmla="*/ 1743740 w 3455582"/>
              <a:gd name="csY4" fmla="*/ 255507 h 319302"/>
              <a:gd name="csX5" fmla="*/ 2126512 w 3455582"/>
              <a:gd name="csY5" fmla="*/ 32223 h 319302"/>
              <a:gd name="csX6" fmla="*/ 2562447 w 3455582"/>
              <a:gd name="csY6" fmla="*/ 298037 h 319302"/>
              <a:gd name="csX7" fmla="*/ 3051544 w 3455582"/>
              <a:gd name="csY7" fmla="*/ 64121 h 319302"/>
              <a:gd name="csX8" fmla="*/ 3455582 w 3455582"/>
              <a:gd name="csY8" fmla="*/ 319302 h 319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455582" h="319302">
                <a:moveTo>
                  <a:pt x="0" y="212977"/>
                </a:moveTo>
                <a:cubicBezTo>
                  <a:pt x="168348" y="103107"/>
                  <a:pt x="336697" y="-6763"/>
                  <a:pt x="499730" y="325"/>
                </a:cubicBezTo>
                <a:cubicBezTo>
                  <a:pt x="662763" y="7413"/>
                  <a:pt x="832884" y="253735"/>
                  <a:pt x="978196" y="255507"/>
                </a:cubicBezTo>
                <a:cubicBezTo>
                  <a:pt x="1123508" y="257279"/>
                  <a:pt x="1244009" y="10958"/>
                  <a:pt x="1371600" y="10958"/>
                </a:cubicBezTo>
                <a:cubicBezTo>
                  <a:pt x="1499191" y="10958"/>
                  <a:pt x="1617921" y="251963"/>
                  <a:pt x="1743740" y="255507"/>
                </a:cubicBezTo>
                <a:cubicBezTo>
                  <a:pt x="1869559" y="259051"/>
                  <a:pt x="1990061" y="25135"/>
                  <a:pt x="2126512" y="32223"/>
                </a:cubicBezTo>
                <a:cubicBezTo>
                  <a:pt x="2262963" y="39311"/>
                  <a:pt x="2408275" y="292721"/>
                  <a:pt x="2562447" y="298037"/>
                </a:cubicBezTo>
                <a:cubicBezTo>
                  <a:pt x="2716619" y="303353"/>
                  <a:pt x="2902688" y="60577"/>
                  <a:pt x="3051544" y="64121"/>
                </a:cubicBezTo>
                <a:cubicBezTo>
                  <a:pt x="3200400" y="67665"/>
                  <a:pt x="3327991" y="193483"/>
                  <a:pt x="3455582" y="319302"/>
                </a:cubicBezTo>
              </a:path>
            </a:pathLst>
          </a:cu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00A1B964-0DDF-4AE9-0133-60F95C35D286}"/>
              </a:ext>
            </a:extLst>
          </p:cNvPr>
          <p:cNvSpPr/>
          <p:nvPr/>
        </p:nvSpPr>
        <p:spPr>
          <a:xfrm rot="583769">
            <a:off x="7570763" y="2185885"/>
            <a:ext cx="3455583" cy="140994"/>
          </a:xfrm>
          <a:custGeom>
            <a:avLst/>
            <a:gdLst>
              <a:gd name="csX0" fmla="*/ 0 w 3455582"/>
              <a:gd name="csY0" fmla="*/ 212977 h 319302"/>
              <a:gd name="csX1" fmla="*/ 499730 w 3455582"/>
              <a:gd name="csY1" fmla="*/ 325 h 319302"/>
              <a:gd name="csX2" fmla="*/ 978196 w 3455582"/>
              <a:gd name="csY2" fmla="*/ 255507 h 319302"/>
              <a:gd name="csX3" fmla="*/ 1371600 w 3455582"/>
              <a:gd name="csY3" fmla="*/ 10958 h 319302"/>
              <a:gd name="csX4" fmla="*/ 1743740 w 3455582"/>
              <a:gd name="csY4" fmla="*/ 255507 h 319302"/>
              <a:gd name="csX5" fmla="*/ 2126512 w 3455582"/>
              <a:gd name="csY5" fmla="*/ 32223 h 319302"/>
              <a:gd name="csX6" fmla="*/ 2562447 w 3455582"/>
              <a:gd name="csY6" fmla="*/ 298037 h 319302"/>
              <a:gd name="csX7" fmla="*/ 3051544 w 3455582"/>
              <a:gd name="csY7" fmla="*/ 64121 h 319302"/>
              <a:gd name="csX8" fmla="*/ 3455582 w 3455582"/>
              <a:gd name="csY8" fmla="*/ 319302 h 319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455582" h="319302">
                <a:moveTo>
                  <a:pt x="0" y="212977"/>
                </a:moveTo>
                <a:cubicBezTo>
                  <a:pt x="168348" y="103107"/>
                  <a:pt x="336697" y="-6763"/>
                  <a:pt x="499730" y="325"/>
                </a:cubicBezTo>
                <a:cubicBezTo>
                  <a:pt x="662763" y="7413"/>
                  <a:pt x="832884" y="253735"/>
                  <a:pt x="978196" y="255507"/>
                </a:cubicBezTo>
                <a:cubicBezTo>
                  <a:pt x="1123508" y="257279"/>
                  <a:pt x="1244009" y="10958"/>
                  <a:pt x="1371600" y="10958"/>
                </a:cubicBezTo>
                <a:cubicBezTo>
                  <a:pt x="1499191" y="10958"/>
                  <a:pt x="1617921" y="251963"/>
                  <a:pt x="1743740" y="255507"/>
                </a:cubicBezTo>
                <a:cubicBezTo>
                  <a:pt x="1869559" y="259051"/>
                  <a:pt x="1990061" y="25135"/>
                  <a:pt x="2126512" y="32223"/>
                </a:cubicBezTo>
                <a:cubicBezTo>
                  <a:pt x="2262963" y="39311"/>
                  <a:pt x="2408275" y="292721"/>
                  <a:pt x="2562447" y="298037"/>
                </a:cubicBezTo>
                <a:cubicBezTo>
                  <a:pt x="2716619" y="303353"/>
                  <a:pt x="2902688" y="60577"/>
                  <a:pt x="3051544" y="64121"/>
                </a:cubicBezTo>
                <a:cubicBezTo>
                  <a:pt x="3200400" y="67665"/>
                  <a:pt x="3327991" y="193483"/>
                  <a:pt x="3455582" y="319302"/>
                </a:cubicBezTo>
              </a:path>
            </a:pathLst>
          </a:custGeom>
          <a:noFill/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6C127BC-57F9-5149-0D16-314D13E56406}"/>
              </a:ext>
            </a:extLst>
          </p:cNvPr>
          <p:cNvCxnSpPr>
            <a:cxnSpLocks/>
            <a:stCxn id="17" idx="4"/>
            <a:endCxn id="27" idx="4"/>
          </p:cNvCxnSpPr>
          <p:nvPr/>
        </p:nvCxnSpPr>
        <p:spPr>
          <a:xfrm>
            <a:off x="9307121" y="2019158"/>
            <a:ext cx="0" cy="2816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A36205F-1D75-6C60-7617-41D51A19F3BD}"/>
              </a:ext>
            </a:extLst>
          </p:cNvPr>
          <p:cNvCxnSpPr>
            <a:cxnSpLocks/>
            <a:stCxn id="17" idx="1"/>
            <a:endCxn id="27" idx="1"/>
          </p:cNvCxnSpPr>
          <p:nvPr/>
        </p:nvCxnSpPr>
        <p:spPr>
          <a:xfrm>
            <a:off x="8100046" y="1697865"/>
            <a:ext cx="0" cy="2816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9D2358B-283E-EBF1-2B0B-CAC13B7C6EC1}"/>
              </a:ext>
            </a:extLst>
          </p:cNvPr>
          <p:cNvCxnSpPr>
            <a:cxnSpLocks/>
          </p:cNvCxnSpPr>
          <p:nvPr/>
        </p:nvCxnSpPr>
        <p:spPr>
          <a:xfrm>
            <a:off x="10347712" y="2174121"/>
            <a:ext cx="2390" cy="2669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4E86C38-2E69-AB72-D8C4-8F26AF4D1D01}"/>
              </a:ext>
            </a:extLst>
          </p:cNvPr>
          <p:cNvSpPr txBox="1"/>
          <p:nvPr/>
        </p:nvSpPr>
        <p:spPr>
          <a:xfrm>
            <a:off x="8265231" y="1354404"/>
            <a:ext cx="232613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350" dirty="0">
                <a:latin typeface=""/>
              </a:rPr>
              <a:t>active layer deepens,</a:t>
            </a:r>
          </a:p>
          <a:p>
            <a:r>
              <a:rPr lang="en-US" sz="1350" dirty="0">
                <a:latin typeface=""/>
              </a:rPr>
              <a:t>surface broadly maintained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50E150B-186C-32D0-7723-57BFB0DEAA2A}"/>
              </a:ext>
            </a:extLst>
          </p:cNvPr>
          <p:cNvSpPr/>
          <p:nvPr/>
        </p:nvSpPr>
        <p:spPr>
          <a:xfrm>
            <a:off x="7583057" y="4163704"/>
            <a:ext cx="3429709" cy="22928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AE81E76B-95A4-9BB9-0215-1053EE5EF2A7}"/>
              </a:ext>
            </a:extLst>
          </p:cNvPr>
          <p:cNvSpPr/>
          <p:nvPr/>
        </p:nvSpPr>
        <p:spPr>
          <a:xfrm rot="583769">
            <a:off x="7588120" y="4501800"/>
            <a:ext cx="3455583" cy="230455"/>
          </a:xfrm>
          <a:custGeom>
            <a:avLst/>
            <a:gdLst>
              <a:gd name="csX0" fmla="*/ 0 w 3455582"/>
              <a:gd name="csY0" fmla="*/ 212977 h 319302"/>
              <a:gd name="csX1" fmla="*/ 499730 w 3455582"/>
              <a:gd name="csY1" fmla="*/ 325 h 319302"/>
              <a:gd name="csX2" fmla="*/ 978196 w 3455582"/>
              <a:gd name="csY2" fmla="*/ 255507 h 319302"/>
              <a:gd name="csX3" fmla="*/ 1371600 w 3455582"/>
              <a:gd name="csY3" fmla="*/ 10958 h 319302"/>
              <a:gd name="csX4" fmla="*/ 1743740 w 3455582"/>
              <a:gd name="csY4" fmla="*/ 255507 h 319302"/>
              <a:gd name="csX5" fmla="*/ 2126512 w 3455582"/>
              <a:gd name="csY5" fmla="*/ 32223 h 319302"/>
              <a:gd name="csX6" fmla="*/ 2562447 w 3455582"/>
              <a:gd name="csY6" fmla="*/ 298037 h 319302"/>
              <a:gd name="csX7" fmla="*/ 3051544 w 3455582"/>
              <a:gd name="csY7" fmla="*/ 64121 h 319302"/>
              <a:gd name="csX8" fmla="*/ 3455582 w 3455582"/>
              <a:gd name="csY8" fmla="*/ 319302 h 319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455582" h="319302">
                <a:moveTo>
                  <a:pt x="0" y="212977"/>
                </a:moveTo>
                <a:cubicBezTo>
                  <a:pt x="168348" y="103107"/>
                  <a:pt x="336697" y="-6763"/>
                  <a:pt x="499730" y="325"/>
                </a:cubicBezTo>
                <a:cubicBezTo>
                  <a:pt x="662763" y="7413"/>
                  <a:pt x="832884" y="253735"/>
                  <a:pt x="978196" y="255507"/>
                </a:cubicBezTo>
                <a:cubicBezTo>
                  <a:pt x="1123508" y="257279"/>
                  <a:pt x="1244009" y="10958"/>
                  <a:pt x="1371600" y="10958"/>
                </a:cubicBezTo>
                <a:cubicBezTo>
                  <a:pt x="1499191" y="10958"/>
                  <a:pt x="1617921" y="251963"/>
                  <a:pt x="1743740" y="255507"/>
                </a:cubicBezTo>
                <a:cubicBezTo>
                  <a:pt x="1869559" y="259051"/>
                  <a:pt x="1990061" y="25135"/>
                  <a:pt x="2126512" y="32223"/>
                </a:cubicBezTo>
                <a:cubicBezTo>
                  <a:pt x="2262963" y="39311"/>
                  <a:pt x="2408275" y="292721"/>
                  <a:pt x="2562447" y="298037"/>
                </a:cubicBezTo>
                <a:cubicBezTo>
                  <a:pt x="2716619" y="303353"/>
                  <a:pt x="2902688" y="60577"/>
                  <a:pt x="3051544" y="64121"/>
                </a:cubicBezTo>
                <a:cubicBezTo>
                  <a:pt x="3200400" y="67665"/>
                  <a:pt x="3327991" y="193483"/>
                  <a:pt x="3455582" y="319302"/>
                </a:cubicBez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3D4DDE1F-5185-45FA-1244-BFEDFB032567}"/>
              </a:ext>
            </a:extLst>
          </p:cNvPr>
          <p:cNvSpPr/>
          <p:nvPr/>
        </p:nvSpPr>
        <p:spPr>
          <a:xfrm rot="583769">
            <a:off x="7569898" y="5178795"/>
            <a:ext cx="3455583" cy="140994"/>
          </a:xfrm>
          <a:custGeom>
            <a:avLst/>
            <a:gdLst>
              <a:gd name="csX0" fmla="*/ 0 w 3455582"/>
              <a:gd name="csY0" fmla="*/ 212977 h 319302"/>
              <a:gd name="csX1" fmla="*/ 499730 w 3455582"/>
              <a:gd name="csY1" fmla="*/ 325 h 319302"/>
              <a:gd name="csX2" fmla="*/ 978196 w 3455582"/>
              <a:gd name="csY2" fmla="*/ 255507 h 319302"/>
              <a:gd name="csX3" fmla="*/ 1371600 w 3455582"/>
              <a:gd name="csY3" fmla="*/ 10958 h 319302"/>
              <a:gd name="csX4" fmla="*/ 1743740 w 3455582"/>
              <a:gd name="csY4" fmla="*/ 255507 h 319302"/>
              <a:gd name="csX5" fmla="*/ 2126512 w 3455582"/>
              <a:gd name="csY5" fmla="*/ 32223 h 319302"/>
              <a:gd name="csX6" fmla="*/ 2562447 w 3455582"/>
              <a:gd name="csY6" fmla="*/ 298037 h 319302"/>
              <a:gd name="csX7" fmla="*/ 3051544 w 3455582"/>
              <a:gd name="csY7" fmla="*/ 64121 h 319302"/>
              <a:gd name="csX8" fmla="*/ 3455582 w 3455582"/>
              <a:gd name="csY8" fmla="*/ 319302 h 319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455582" h="319302">
                <a:moveTo>
                  <a:pt x="0" y="212977"/>
                </a:moveTo>
                <a:cubicBezTo>
                  <a:pt x="168348" y="103107"/>
                  <a:pt x="336697" y="-6763"/>
                  <a:pt x="499730" y="325"/>
                </a:cubicBezTo>
                <a:cubicBezTo>
                  <a:pt x="662763" y="7413"/>
                  <a:pt x="832884" y="253735"/>
                  <a:pt x="978196" y="255507"/>
                </a:cubicBezTo>
                <a:cubicBezTo>
                  <a:pt x="1123508" y="257279"/>
                  <a:pt x="1244009" y="10958"/>
                  <a:pt x="1371600" y="10958"/>
                </a:cubicBezTo>
                <a:cubicBezTo>
                  <a:pt x="1499191" y="10958"/>
                  <a:pt x="1617921" y="251963"/>
                  <a:pt x="1743740" y="255507"/>
                </a:cubicBezTo>
                <a:cubicBezTo>
                  <a:pt x="1869559" y="259051"/>
                  <a:pt x="1990061" y="25135"/>
                  <a:pt x="2126512" y="32223"/>
                </a:cubicBezTo>
                <a:cubicBezTo>
                  <a:pt x="2262963" y="39311"/>
                  <a:pt x="2408275" y="292721"/>
                  <a:pt x="2562447" y="298037"/>
                </a:cubicBezTo>
                <a:cubicBezTo>
                  <a:pt x="2716619" y="303353"/>
                  <a:pt x="2902688" y="60577"/>
                  <a:pt x="3051544" y="64121"/>
                </a:cubicBezTo>
                <a:cubicBezTo>
                  <a:pt x="3200400" y="67665"/>
                  <a:pt x="3327991" y="193483"/>
                  <a:pt x="3455582" y="319302"/>
                </a:cubicBezTo>
              </a:path>
            </a:pathLst>
          </a:cu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3">
            <a:extLst>
              <a:ext uri="{FF2B5EF4-FFF2-40B4-BE49-F238E27FC236}">
                <a16:creationId xmlns:a16="http://schemas.microsoft.com/office/drawing/2014/main" id="{4983B32B-E98C-A71F-EE99-0B584FDF714E}"/>
              </a:ext>
            </a:extLst>
          </p:cNvPr>
          <p:cNvSpPr/>
          <p:nvPr/>
        </p:nvSpPr>
        <p:spPr>
          <a:xfrm rot="583769">
            <a:off x="7588121" y="1212066"/>
            <a:ext cx="3455583" cy="230455"/>
          </a:xfrm>
          <a:custGeom>
            <a:avLst/>
            <a:gdLst>
              <a:gd name="csX0" fmla="*/ 0 w 3455582"/>
              <a:gd name="csY0" fmla="*/ 212977 h 319302"/>
              <a:gd name="csX1" fmla="*/ 499730 w 3455582"/>
              <a:gd name="csY1" fmla="*/ 325 h 319302"/>
              <a:gd name="csX2" fmla="*/ 978196 w 3455582"/>
              <a:gd name="csY2" fmla="*/ 255507 h 319302"/>
              <a:gd name="csX3" fmla="*/ 1371600 w 3455582"/>
              <a:gd name="csY3" fmla="*/ 10958 h 319302"/>
              <a:gd name="csX4" fmla="*/ 1743740 w 3455582"/>
              <a:gd name="csY4" fmla="*/ 255507 h 319302"/>
              <a:gd name="csX5" fmla="*/ 2126512 w 3455582"/>
              <a:gd name="csY5" fmla="*/ 32223 h 319302"/>
              <a:gd name="csX6" fmla="*/ 2562447 w 3455582"/>
              <a:gd name="csY6" fmla="*/ 298037 h 319302"/>
              <a:gd name="csX7" fmla="*/ 3051544 w 3455582"/>
              <a:gd name="csY7" fmla="*/ 64121 h 319302"/>
              <a:gd name="csX8" fmla="*/ 3455582 w 3455582"/>
              <a:gd name="csY8" fmla="*/ 319302 h 319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455582" h="319302">
                <a:moveTo>
                  <a:pt x="0" y="212977"/>
                </a:moveTo>
                <a:cubicBezTo>
                  <a:pt x="168348" y="103107"/>
                  <a:pt x="336697" y="-6763"/>
                  <a:pt x="499730" y="325"/>
                </a:cubicBezTo>
                <a:cubicBezTo>
                  <a:pt x="662763" y="7413"/>
                  <a:pt x="832884" y="253735"/>
                  <a:pt x="978196" y="255507"/>
                </a:cubicBezTo>
                <a:cubicBezTo>
                  <a:pt x="1123508" y="257279"/>
                  <a:pt x="1244009" y="10958"/>
                  <a:pt x="1371600" y="10958"/>
                </a:cubicBezTo>
                <a:cubicBezTo>
                  <a:pt x="1499191" y="10958"/>
                  <a:pt x="1617921" y="251963"/>
                  <a:pt x="1743740" y="255507"/>
                </a:cubicBezTo>
                <a:cubicBezTo>
                  <a:pt x="1869559" y="259051"/>
                  <a:pt x="1990061" y="25135"/>
                  <a:pt x="2126512" y="32223"/>
                </a:cubicBezTo>
                <a:cubicBezTo>
                  <a:pt x="2262963" y="39311"/>
                  <a:pt x="2408275" y="292721"/>
                  <a:pt x="2562447" y="298037"/>
                </a:cubicBezTo>
                <a:cubicBezTo>
                  <a:pt x="2716619" y="303353"/>
                  <a:pt x="2902688" y="60577"/>
                  <a:pt x="3051544" y="64121"/>
                </a:cubicBezTo>
                <a:cubicBezTo>
                  <a:pt x="3200400" y="67665"/>
                  <a:pt x="3327991" y="193483"/>
                  <a:pt x="3455582" y="319302"/>
                </a:cubicBez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 78">
            <a:extLst>
              <a:ext uri="{FF2B5EF4-FFF2-40B4-BE49-F238E27FC236}">
                <a16:creationId xmlns:a16="http://schemas.microsoft.com/office/drawing/2014/main" id="{9BFE1455-5F70-9CA9-B90D-4975B02B9C9E}"/>
              </a:ext>
            </a:extLst>
          </p:cNvPr>
          <p:cNvSpPr/>
          <p:nvPr/>
        </p:nvSpPr>
        <p:spPr>
          <a:xfrm rot="583769">
            <a:off x="8899593" y="5696426"/>
            <a:ext cx="1186573" cy="642912"/>
          </a:xfrm>
          <a:custGeom>
            <a:avLst/>
            <a:gdLst>
              <a:gd name="csX0" fmla="*/ 0 w 3455582"/>
              <a:gd name="csY0" fmla="*/ 212977 h 319302"/>
              <a:gd name="csX1" fmla="*/ 499730 w 3455582"/>
              <a:gd name="csY1" fmla="*/ 325 h 319302"/>
              <a:gd name="csX2" fmla="*/ 978196 w 3455582"/>
              <a:gd name="csY2" fmla="*/ 255507 h 319302"/>
              <a:gd name="csX3" fmla="*/ 1371600 w 3455582"/>
              <a:gd name="csY3" fmla="*/ 10958 h 319302"/>
              <a:gd name="csX4" fmla="*/ 1743740 w 3455582"/>
              <a:gd name="csY4" fmla="*/ 255507 h 319302"/>
              <a:gd name="csX5" fmla="*/ 2126512 w 3455582"/>
              <a:gd name="csY5" fmla="*/ 32223 h 319302"/>
              <a:gd name="csX6" fmla="*/ 2562447 w 3455582"/>
              <a:gd name="csY6" fmla="*/ 298037 h 319302"/>
              <a:gd name="csX7" fmla="*/ 3051544 w 3455582"/>
              <a:gd name="csY7" fmla="*/ 64121 h 319302"/>
              <a:gd name="csX8" fmla="*/ 3455582 w 3455582"/>
              <a:gd name="csY8" fmla="*/ 319302 h 319302"/>
              <a:gd name="csX0" fmla="*/ 0 w 3455582"/>
              <a:gd name="csY0" fmla="*/ 218043 h 324368"/>
              <a:gd name="csX1" fmla="*/ 499730 w 3455582"/>
              <a:gd name="csY1" fmla="*/ 5391 h 324368"/>
              <a:gd name="csX2" fmla="*/ 834136 w 3455582"/>
              <a:gd name="csY2" fmla="*/ 59721 h 324368"/>
              <a:gd name="csX3" fmla="*/ 1371600 w 3455582"/>
              <a:gd name="csY3" fmla="*/ 16024 h 324368"/>
              <a:gd name="csX4" fmla="*/ 1743740 w 3455582"/>
              <a:gd name="csY4" fmla="*/ 260573 h 324368"/>
              <a:gd name="csX5" fmla="*/ 2126512 w 3455582"/>
              <a:gd name="csY5" fmla="*/ 37289 h 324368"/>
              <a:gd name="csX6" fmla="*/ 2562447 w 3455582"/>
              <a:gd name="csY6" fmla="*/ 303103 h 324368"/>
              <a:gd name="csX7" fmla="*/ 3051544 w 3455582"/>
              <a:gd name="csY7" fmla="*/ 69187 h 324368"/>
              <a:gd name="csX8" fmla="*/ 3455582 w 3455582"/>
              <a:gd name="csY8" fmla="*/ 324368 h 324368"/>
              <a:gd name="csX0" fmla="*/ 0 w 2955852"/>
              <a:gd name="csY0" fmla="*/ 5391 h 324368"/>
              <a:gd name="csX1" fmla="*/ 334406 w 2955852"/>
              <a:gd name="csY1" fmla="*/ 59721 h 324368"/>
              <a:gd name="csX2" fmla="*/ 871870 w 2955852"/>
              <a:gd name="csY2" fmla="*/ 16024 h 324368"/>
              <a:gd name="csX3" fmla="*/ 1244010 w 2955852"/>
              <a:gd name="csY3" fmla="*/ 260573 h 324368"/>
              <a:gd name="csX4" fmla="*/ 1626782 w 2955852"/>
              <a:gd name="csY4" fmla="*/ 37289 h 324368"/>
              <a:gd name="csX5" fmla="*/ 2062717 w 2955852"/>
              <a:gd name="csY5" fmla="*/ 303103 h 324368"/>
              <a:gd name="csX6" fmla="*/ 2551814 w 2955852"/>
              <a:gd name="csY6" fmla="*/ 69187 h 324368"/>
              <a:gd name="csX7" fmla="*/ 2955852 w 2955852"/>
              <a:gd name="csY7" fmla="*/ 324368 h 324368"/>
              <a:gd name="csX0" fmla="*/ 0 w 2621446"/>
              <a:gd name="csY0" fmla="*/ 51978 h 316625"/>
              <a:gd name="csX1" fmla="*/ 537464 w 2621446"/>
              <a:gd name="csY1" fmla="*/ 8281 h 316625"/>
              <a:gd name="csX2" fmla="*/ 909604 w 2621446"/>
              <a:gd name="csY2" fmla="*/ 252830 h 316625"/>
              <a:gd name="csX3" fmla="*/ 1292376 w 2621446"/>
              <a:gd name="csY3" fmla="*/ 29546 h 316625"/>
              <a:gd name="csX4" fmla="*/ 1728311 w 2621446"/>
              <a:gd name="csY4" fmla="*/ 295360 h 316625"/>
              <a:gd name="csX5" fmla="*/ 2217408 w 2621446"/>
              <a:gd name="csY5" fmla="*/ 61444 h 316625"/>
              <a:gd name="csX6" fmla="*/ 2621446 w 2621446"/>
              <a:gd name="csY6" fmla="*/ 316625 h 316625"/>
              <a:gd name="csX0" fmla="*/ 0 w 2396848"/>
              <a:gd name="csY0" fmla="*/ 28441 h 321940"/>
              <a:gd name="csX1" fmla="*/ 312866 w 2396848"/>
              <a:gd name="csY1" fmla="*/ 13596 h 321940"/>
              <a:gd name="csX2" fmla="*/ 685006 w 2396848"/>
              <a:gd name="csY2" fmla="*/ 258145 h 321940"/>
              <a:gd name="csX3" fmla="*/ 1067778 w 2396848"/>
              <a:gd name="csY3" fmla="*/ 34861 h 321940"/>
              <a:gd name="csX4" fmla="*/ 1503713 w 2396848"/>
              <a:gd name="csY4" fmla="*/ 300675 h 321940"/>
              <a:gd name="csX5" fmla="*/ 1992810 w 2396848"/>
              <a:gd name="csY5" fmla="*/ 66759 h 321940"/>
              <a:gd name="csX6" fmla="*/ 2396848 w 2396848"/>
              <a:gd name="csY6" fmla="*/ 321940 h 321940"/>
              <a:gd name="csX0" fmla="*/ 0 w 2376820"/>
              <a:gd name="csY0" fmla="*/ 22671 h 323946"/>
              <a:gd name="csX1" fmla="*/ 292838 w 2376820"/>
              <a:gd name="csY1" fmla="*/ 15602 h 323946"/>
              <a:gd name="csX2" fmla="*/ 664978 w 2376820"/>
              <a:gd name="csY2" fmla="*/ 260151 h 323946"/>
              <a:gd name="csX3" fmla="*/ 1047750 w 2376820"/>
              <a:gd name="csY3" fmla="*/ 36867 h 323946"/>
              <a:gd name="csX4" fmla="*/ 1483685 w 2376820"/>
              <a:gd name="csY4" fmla="*/ 302681 h 323946"/>
              <a:gd name="csX5" fmla="*/ 1972782 w 2376820"/>
              <a:gd name="csY5" fmla="*/ 68765 h 323946"/>
              <a:gd name="csX6" fmla="*/ 2376820 w 2376820"/>
              <a:gd name="csY6" fmla="*/ 323946 h 323946"/>
              <a:gd name="csX0" fmla="*/ 0 w 1972782"/>
              <a:gd name="csY0" fmla="*/ 22671 h 302767"/>
              <a:gd name="csX1" fmla="*/ 292838 w 1972782"/>
              <a:gd name="csY1" fmla="*/ 15602 h 302767"/>
              <a:gd name="csX2" fmla="*/ 664978 w 1972782"/>
              <a:gd name="csY2" fmla="*/ 260151 h 302767"/>
              <a:gd name="csX3" fmla="*/ 1047750 w 1972782"/>
              <a:gd name="csY3" fmla="*/ 36867 h 302767"/>
              <a:gd name="csX4" fmla="*/ 1483685 w 1972782"/>
              <a:gd name="csY4" fmla="*/ 302681 h 302767"/>
              <a:gd name="csX5" fmla="*/ 1972782 w 1972782"/>
              <a:gd name="csY5" fmla="*/ 68765 h 302767"/>
              <a:gd name="csX0" fmla="*/ 0 w 1483685"/>
              <a:gd name="csY0" fmla="*/ 22671 h 302681"/>
              <a:gd name="csX1" fmla="*/ 292838 w 1483685"/>
              <a:gd name="csY1" fmla="*/ 15602 h 302681"/>
              <a:gd name="csX2" fmla="*/ 664978 w 1483685"/>
              <a:gd name="csY2" fmla="*/ 260151 h 302681"/>
              <a:gd name="csX3" fmla="*/ 1047750 w 1483685"/>
              <a:gd name="csY3" fmla="*/ 36867 h 302681"/>
              <a:gd name="csX4" fmla="*/ 1483685 w 1483685"/>
              <a:gd name="csY4" fmla="*/ 302681 h 302681"/>
              <a:gd name="csX0" fmla="*/ 0 w 1479410"/>
              <a:gd name="csY0" fmla="*/ 39882 h 1488779"/>
              <a:gd name="csX1" fmla="*/ 292838 w 1479410"/>
              <a:gd name="csY1" fmla="*/ 32813 h 1488779"/>
              <a:gd name="csX2" fmla="*/ 664978 w 1479410"/>
              <a:gd name="csY2" fmla="*/ 277362 h 1488779"/>
              <a:gd name="csX3" fmla="*/ 1047750 w 1479410"/>
              <a:gd name="csY3" fmla="*/ 54078 h 1488779"/>
              <a:gd name="csX4" fmla="*/ 1479410 w 1479410"/>
              <a:gd name="csY4" fmla="*/ 1488778 h 1488779"/>
              <a:gd name="csX0" fmla="*/ 0 w 1479410"/>
              <a:gd name="csY0" fmla="*/ 22673 h 1471570"/>
              <a:gd name="csX1" fmla="*/ 292838 w 1479410"/>
              <a:gd name="csY1" fmla="*/ 15604 h 1471570"/>
              <a:gd name="csX2" fmla="*/ 664978 w 1479410"/>
              <a:gd name="csY2" fmla="*/ 260153 h 1471570"/>
              <a:gd name="csX3" fmla="*/ 1109694 w 1479410"/>
              <a:gd name="csY3" fmla="*/ 106194 h 1471570"/>
              <a:gd name="csX4" fmla="*/ 1479410 w 1479410"/>
              <a:gd name="csY4" fmla="*/ 1471569 h 1471570"/>
              <a:gd name="csX0" fmla="*/ 0 w 1186572"/>
              <a:gd name="csY0" fmla="*/ 1 h 1455967"/>
              <a:gd name="csX1" fmla="*/ 372140 w 1186572"/>
              <a:gd name="csY1" fmla="*/ 244550 h 1455967"/>
              <a:gd name="csX2" fmla="*/ 816856 w 1186572"/>
              <a:gd name="csY2" fmla="*/ 90591 h 1455967"/>
              <a:gd name="csX3" fmla="*/ 1186572 w 1186572"/>
              <a:gd name="csY3" fmla="*/ 1455966 h 14559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86572" h="1455967">
                <a:moveTo>
                  <a:pt x="0" y="1"/>
                </a:moveTo>
                <a:cubicBezTo>
                  <a:pt x="110830" y="39581"/>
                  <a:pt x="235997" y="229452"/>
                  <a:pt x="372140" y="244550"/>
                </a:cubicBezTo>
                <a:cubicBezTo>
                  <a:pt x="508283" y="259648"/>
                  <a:pt x="681117" y="-111312"/>
                  <a:pt x="816856" y="90591"/>
                </a:cubicBezTo>
                <a:cubicBezTo>
                  <a:pt x="952595" y="292494"/>
                  <a:pt x="1032400" y="1450650"/>
                  <a:pt x="1186572" y="1455966"/>
                </a:cubicBezTo>
              </a:path>
            </a:pathLst>
          </a:custGeom>
          <a:noFill/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eform 79">
            <a:extLst>
              <a:ext uri="{FF2B5EF4-FFF2-40B4-BE49-F238E27FC236}">
                <a16:creationId xmlns:a16="http://schemas.microsoft.com/office/drawing/2014/main" id="{5E2B6793-6B9C-BDD2-E9E0-21CBDFA7F9EA}"/>
              </a:ext>
            </a:extLst>
          </p:cNvPr>
          <p:cNvSpPr/>
          <p:nvPr/>
        </p:nvSpPr>
        <p:spPr>
          <a:xfrm rot="583769">
            <a:off x="10847181" y="6134863"/>
            <a:ext cx="130645" cy="309477"/>
          </a:xfrm>
          <a:custGeom>
            <a:avLst/>
            <a:gdLst>
              <a:gd name="csX0" fmla="*/ 0 w 3455582"/>
              <a:gd name="csY0" fmla="*/ 212977 h 319302"/>
              <a:gd name="csX1" fmla="*/ 499730 w 3455582"/>
              <a:gd name="csY1" fmla="*/ 325 h 319302"/>
              <a:gd name="csX2" fmla="*/ 978196 w 3455582"/>
              <a:gd name="csY2" fmla="*/ 255507 h 319302"/>
              <a:gd name="csX3" fmla="*/ 1371600 w 3455582"/>
              <a:gd name="csY3" fmla="*/ 10958 h 319302"/>
              <a:gd name="csX4" fmla="*/ 1743740 w 3455582"/>
              <a:gd name="csY4" fmla="*/ 255507 h 319302"/>
              <a:gd name="csX5" fmla="*/ 2126512 w 3455582"/>
              <a:gd name="csY5" fmla="*/ 32223 h 319302"/>
              <a:gd name="csX6" fmla="*/ 2562447 w 3455582"/>
              <a:gd name="csY6" fmla="*/ 298037 h 319302"/>
              <a:gd name="csX7" fmla="*/ 3051544 w 3455582"/>
              <a:gd name="csY7" fmla="*/ 64121 h 319302"/>
              <a:gd name="csX8" fmla="*/ 3455582 w 3455582"/>
              <a:gd name="csY8" fmla="*/ 319302 h 319302"/>
              <a:gd name="csX0" fmla="*/ 0 w 3455582"/>
              <a:gd name="csY0" fmla="*/ 218043 h 324368"/>
              <a:gd name="csX1" fmla="*/ 499730 w 3455582"/>
              <a:gd name="csY1" fmla="*/ 5391 h 324368"/>
              <a:gd name="csX2" fmla="*/ 834136 w 3455582"/>
              <a:gd name="csY2" fmla="*/ 59721 h 324368"/>
              <a:gd name="csX3" fmla="*/ 1371600 w 3455582"/>
              <a:gd name="csY3" fmla="*/ 16024 h 324368"/>
              <a:gd name="csX4" fmla="*/ 1743740 w 3455582"/>
              <a:gd name="csY4" fmla="*/ 260573 h 324368"/>
              <a:gd name="csX5" fmla="*/ 2126512 w 3455582"/>
              <a:gd name="csY5" fmla="*/ 37289 h 324368"/>
              <a:gd name="csX6" fmla="*/ 2562447 w 3455582"/>
              <a:gd name="csY6" fmla="*/ 303103 h 324368"/>
              <a:gd name="csX7" fmla="*/ 3051544 w 3455582"/>
              <a:gd name="csY7" fmla="*/ 69187 h 324368"/>
              <a:gd name="csX8" fmla="*/ 3455582 w 3455582"/>
              <a:gd name="csY8" fmla="*/ 324368 h 324368"/>
              <a:gd name="csX0" fmla="*/ 0 w 2955852"/>
              <a:gd name="csY0" fmla="*/ 5391 h 324368"/>
              <a:gd name="csX1" fmla="*/ 334406 w 2955852"/>
              <a:gd name="csY1" fmla="*/ 59721 h 324368"/>
              <a:gd name="csX2" fmla="*/ 871870 w 2955852"/>
              <a:gd name="csY2" fmla="*/ 16024 h 324368"/>
              <a:gd name="csX3" fmla="*/ 1244010 w 2955852"/>
              <a:gd name="csY3" fmla="*/ 260573 h 324368"/>
              <a:gd name="csX4" fmla="*/ 1626782 w 2955852"/>
              <a:gd name="csY4" fmla="*/ 37289 h 324368"/>
              <a:gd name="csX5" fmla="*/ 2062717 w 2955852"/>
              <a:gd name="csY5" fmla="*/ 303103 h 324368"/>
              <a:gd name="csX6" fmla="*/ 2551814 w 2955852"/>
              <a:gd name="csY6" fmla="*/ 69187 h 324368"/>
              <a:gd name="csX7" fmla="*/ 2955852 w 2955852"/>
              <a:gd name="csY7" fmla="*/ 324368 h 324368"/>
              <a:gd name="csX0" fmla="*/ 0 w 2621446"/>
              <a:gd name="csY0" fmla="*/ 51978 h 316625"/>
              <a:gd name="csX1" fmla="*/ 537464 w 2621446"/>
              <a:gd name="csY1" fmla="*/ 8281 h 316625"/>
              <a:gd name="csX2" fmla="*/ 909604 w 2621446"/>
              <a:gd name="csY2" fmla="*/ 252830 h 316625"/>
              <a:gd name="csX3" fmla="*/ 1292376 w 2621446"/>
              <a:gd name="csY3" fmla="*/ 29546 h 316625"/>
              <a:gd name="csX4" fmla="*/ 1728311 w 2621446"/>
              <a:gd name="csY4" fmla="*/ 295360 h 316625"/>
              <a:gd name="csX5" fmla="*/ 2217408 w 2621446"/>
              <a:gd name="csY5" fmla="*/ 61444 h 316625"/>
              <a:gd name="csX6" fmla="*/ 2621446 w 2621446"/>
              <a:gd name="csY6" fmla="*/ 316625 h 316625"/>
              <a:gd name="csX0" fmla="*/ 0 w 2396848"/>
              <a:gd name="csY0" fmla="*/ 28441 h 321940"/>
              <a:gd name="csX1" fmla="*/ 312866 w 2396848"/>
              <a:gd name="csY1" fmla="*/ 13596 h 321940"/>
              <a:gd name="csX2" fmla="*/ 685006 w 2396848"/>
              <a:gd name="csY2" fmla="*/ 258145 h 321940"/>
              <a:gd name="csX3" fmla="*/ 1067778 w 2396848"/>
              <a:gd name="csY3" fmla="*/ 34861 h 321940"/>
              <a:gd name="csX4" fmla="*/ 1503713 w 2396848"/>
              <a:gd name="csY4" fmla="*/ 300675 h 321940"/>
              <a:gd name="csX5" fmla="*/ 1992810 w 2396848"/>
              <a:gd name="csY5" fmla="*/ 66759 h 321940"/>
              <a:gd name="csX6" fmla="*/ 2396848 w 2396848"/>
              <a:gd name="csY6" fmla="*/ 321940 h 321940"/>
              <a:gd name="csX0" fmla="*/ 0 w 2376820"/>
              <a:gd name="csY0" fmla="*/ 22671 h 323946"/>
              <a:gd name="csX1" fmla="*/ 292838 w 2376820"/>
              <a:gd name="csY1" fmla="*/ 15602 h 323946"/>
              <a:gd name="csX2" fmla="*/ 664978 w 2376820"/>
              <a:gd name="csY2" fmla="*/ 260151 h 323946"/>
              <a:gd name="csX3" fmla="*/ 1047750 w 2376820"/>
              <a:gd name="csY3" fmla="*/ 36867 h 323946"/>
              <a:gd name="csX4" fmla="*/ 1483685 w 2376820"/>
              <a:gd name="csY4" fmla="*/ 302681 h 323946"/>
              <a:gd name="csX5" fmla="*/ 1972782 w 2376820"/>
              <a:gd name="csY5" fmla="*/ 68765 h 323946"/>
              <a:gd name="csX6" fmla="*/ 2376820 w 2376820"/>
              <a:gd name="csY6" fmla="*/ 323946 h 323946"/>
              <a:gd name="csX0" fmla="*/ 0 w 2083982"/>
              <a:gd name="csY0" fmla="*/ 1 h 308345"/>
              <a:gd name="csX1" fmla="*/ 372140 w 2083982"/>
              <a:gd name="csY1" fmla="*/ 244550 h 308345"/>
              <a:gd name="csX2" fmla="*/ 754912 w 2083982"/>
              <a:gd name="csY2" fmla="*/ 21266 h 308345"/>
              <a:gd name="csX3" fmla="*/ 1190847 w 2083982"/>
              <a:gd name="csY3" fmla="*/ 287080 h 308345"/>
              <a:gd name="csX4" fmla="*/ 1679944 w 2083982"/>
              <a:gd name="csY4" fmla="*/ 53164 h 308345"/>
              <a:gd name="csX5" fmla="*/ 2083982 w 2083982"/>
              <a:gd name="csY5" fmla="*/ 308345 h 308345"/>
              <a:gd name="csX0" fmla="*/ 0 w 1711842"/>
              <a:gd name="csY0" fmla="*/ 223441 h 287236"/>
              <a:gd name="csX1" fmla="*/ 382772 w 1711842"/>
              <a:gd name="csY1" fmla="*/ 157 h 287236"/>
              <a:gd name="csX2" fmla="*/ 818707 w 1711842"/>
              <a:gd name="csY2" fmla="*/ 265971 h 287236"/>
              <a:gd name="csX3" fmla="*/ 1307804 w 1711842"/>
              <a:gd name="csY3" fmla="*/ 32055 h 287236"/>
              <a:gd name="csX4" fmla="*/ 1711842 w 1711842"/>
              <a:gd name="csY4" fmla="*/ 287236 h 287236"/>
              <a:gd name="csX0" fmla="*/ 0 w 1329070"/>
              <a:gd name="csY0" fmla="*/ 1 h 287080"/>
              <a:gd name="csX1" fmla="*/ 435935 w 1329070"/>
              <a:gd name="csY1" fmla="*/ 265815 h 287080"/>
              <a:gd name="csX2" fmla="*/ 925032 w 1329070"/>
              <a:gd name="csY2" fmla="*/ 31899 h 287080"/>
              <a:gd name="csX3" fmla="*/ 1329070 w 1329070"/>
              <a:gd name="csY3" fmla="*/ 287080 h 287080"/>
              <a:gd name="csX0" fmla="*/ 0 w 893135"/>
              <a:gd name="csY0" fmla="*/ 233956 h 255221"/>
              <a:gd name="csX1" fmla="*/ 489097 w 893135"/>
              <a:gd name="csY1" fmla="*/ 40 h 255221"/>
              <a:gd name="csX2" fmla="*/ 893135 w 893135"/>
              <a:gd name="csY2" fmla="*/ 255221 h 255221"/>
              <a:gd name="csX0" fmla="*/ 0 w 404038"/>
              <a:gd name="csY0" fmla="*/ -1 h 255180"/>
              <a:gd name="csX1" fmla="*/ 404038 w 404038"/>
              <a:gd name="csY1" fmla="*/ 255180 h 255180"/>
              <a:gd name="csX0" fmla="*/ 0 w 124491"/>
              <a:gd name="csY0" fmla="*/ 861348 h 861357"/>
              <a:gd name="csX1" fmla="*/ 124491 w 124491"/>
              <a:gd name="csY1" fmla="*/ 11160 h 861357"/>
              <a:gd name="csX0" fmla="*/ 0 w 150102"/>
              <a:gd name="csY0" fmla="*/ 594958 h 594972"/>
              <a:gd name="csX1" fmla="*/ 150102 w 150102"/>
              <a:gd name="csY1" fmla="*/ 14960 h 594972"/>
              <a:gd name="csX0" fmla="*/ 0 w 130645"/>
              <a:gd name="csY0" fmla="*/ 713820 h 713832"/>
              <a:gd name="csX1" fmla="*/ 130645 w 130645"/>
              <a:gd name="csY1" fmla="*/ 12981 h 713832"/>
              <a:gd name="csX0" fmla="*/ 0 w 130645"/>
              <a:gd name="csY0" fmla="*/ 700839 h 700856"/>
              <a:gd name="csX1" fmla="*/ 130645 w 130645"/>
              <a:gd name="csY1" fmla="*/ 0 h 70085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0645" h="700856">
                <a:moveTo>
                  <a:pt x="0" y="700839"/>
                </a:moveTo>
                <a:cubicBezTo>
                  <a:pt x="148856" y="704383"/>
                  <a:pt x="51268" y="170612"/>
                  <a:pt x="130645" y="0"/>
                </a:cubicBezTo>
              </a:path>
            </a:pathLst>
          </a:custGeom>
          <a:noFill/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152DDB61-DF23-0929-2B23-DAF0AE5B783A}"/>
              </a:ext>
            </a:extLst>
          </p:cNvPr>
          <p:cNvSpPr/>
          <p:nvPr/>
        </p:nvSpPr>
        <p:spPr>
          <a:xfrm>
            <a:off x="9919847" y="5336710"/>
            <a:ext cx="868721" cy="207555"/>
          </a:xfrm>
          <a:custGeom>
            <a:avLst/>
            <a:gdLst>
              <a:gd name="csX0" fmla="*/ 0 w 801385"/>
              <a:gd name="csY0" fmla="*/ 117946 h 235892"/>
              <a:gd name="csX1" fmla="*/ 400693 w 801385"/>
              <a:gd name="csY1" fmla="*/ 0 h 235892"/>
              <a:gd name="csX2" fmla="*/ 801386 w 801385"/>
              <a:gd name="csY2" fmla="*/ 117946 h 235892"/>
              <a:gd name="csX3" fmla="*/ 400693 w 801385"/>
              <a:gd name="csY3" fmla="*/ 235892 h 235892"/>
              <a:gd name="csX4" fmla="*/ 0 w 801385"/>
              <a:gd name="csY4" fmla="*/ 117946 h 235892"/>
              <a:gd name="csX0" fmla="*/ 3 w 801389"/>
              <a:gd name="csY0" fmla="*/ 117946 h 287263"/>
              <a:gd name="csX1" fmla="*/ 400696 w 801389"/>
              <a:gd name="csY1" fmla="*/ 0 h 287263"/>
              <a:gd name="csX2" fmla="*/ 801389 w 801389"/>
              <a:gd name="csY2" fmla="*/ 117946 h 287263"/>
              <a:gd name="csX3" fmla="*/ 395559 w 801389"/>
              <a:gd name="csY3" fmla="*/ 287263 h 287263"/>
              <a:gd name="csX4" fmla="*/ 3 w 801389"/>
              <a:gd name="csY4" fmla="*/ 117946 h 287263"/>
              <a:gd name="csX0" fmla="*/ 0 w 801386"/>
              <a:gd name="csY0" fmla="*/ 117946 h 310961"/>
              <a:gd name="csX1" fmla="*/ 400693 w 801386"/>
              <a:gd name="csY1" fmla="*/ 0 h 310961"/>
              <a:gd name="csX2" fmla="*/ 801386 w 801386"/>
              <a:gd name="csY2" fmla="*/ 117946 h 310961"/>
              <a:gd name="csX3" fmla="*/ 395556 w 801386"/>
              <a:gd name="csY3" fmla="*/ 287263 h 310961"/>
              <a:gd name="csX4" fmla="*/ 400693 w 801386"/>
              <a:gd name="csY4" fmla="*/ 291586 h 310961"/>
              <a:gd name="csX5" fmla="*/ 0 w 801386"/>
              <a:gd name="csY5" fmla="*/ 117946 h 310961"/>
              <a:gd name="csX0" fmla="*/ 2200 w 803586"/>
              <a:gd name="csY0" fmla="*/ 117946 h 310961"/>
              <a:gd name="csX1" fmla="*/ 402893 w 803586"/>
              <a:gd name="csY1" fmla="*/ 0 h 310961"/>
              <a:gd name="csX2" fmla="*/ 803586 w 803586"/>
              <a:gd name="csY2" fmla="*/ 117946 h 310961"/>
              <a:gd name="csX3" fmla="*/ 397756 w 803586"/>
              <a:gd name="csY3" fmla="*/ 287263 h 310961"/>
              <a:gd name="csX4" fmla="*/ 248780 w 803586"/>
              <a:gd name="csY4" fmla="*/ 291586 h 310961"/>
              <a:gd name="csX5" fmla="*/ 2200 w 803586"/>
              <a:gd name="csY5" fmla="*/ 117946 h 310961"/>
              <a:gd name="csX0" fmla="*/ 2200 w 803586"/>
              <a:gd name="csY0" fmla="*/ 117946 h 304150"/>
              <a:gd name="csX1" fmla="*/ 402893 w 803586"/>
              <a:gd name="csY1" fmla="*/ 0 h 304150"/>
              <a:gd name="csX2" fmla="*/ 803586 w 803586"/>
              <a:gd name="csY2" fmla="*/ 117946 h 304150"/>
              <a:gd name="csX3" fmla="*/ 639199 w 803586"/>
              <a:gd name="csY3" fmla="*/ 266714 h 304150"/>
              <a:gd name="csX4" fmla="*/ 248780 w 803586"/>
              <a:gd name="csY4" fmla="*/ 291586 h 304150"/>
              <a:gd name="csX5" fmla="*/ 2200 w 803586"/>
              <a:gd name="csY5" fmla="*/ 117946 h 304150"/>
              <a:gd name="csX0" fmla="*/ 2200 w 803586"/>
              <a:gd name="csY0" fmla="*/ 117946 h 298735"/>
              <a:gd name="csX1" fmla="*/ 402893 w 803586"/>
              <a:gd name="csY1" fmla="*/ 0 h 298735"/>
              <a:gd name="csX2" fmla="*/ 803586 w 803586"/>
              <a:gd name="csY2" fmla="*/ 117946 h 298735"/>
              <a:gd name="csX3" fmla="*/ 639199 w 803586"/>
              <a:gd name="csY3" fmla="*/ 266714 h 298735"/>
              <a:gd name="csX4" fmla="*/ 248780 w 803586"/>
              <a:gd name="csY4" fmla="*/ 291586 h 298735"/>
              <a:gd name="csX5" fmla="*/ 2200 w 803586"/>
              <a:gd name="csY5" fmla="*/ 117946 h 298735"/>
              <a:gd name="csX0" fmla="*/ 2200 w 803586"/>
              <a:gd name="csY0" fmla="*/ 117946 h 300374"/>
              <a:gd name="csX1" fmla="*/ 402893 w 803586"/>
              <a:gd name="csY1" fmla="*/ 0 h 300374"/>
              <a:gd name="csX2" fmla="*/ 803586 w 803586"/>
              <a:gd name="csY2" fmla="*/ 117946 h 300374"/>
              <a:gd name="csX3" fmla="*/ 664884 w 803586"/>
              <a:gd name="csY3" fmla="*/ 282125 h 300374"/>
              <a:gd name="csX4" fmla="*/ 248780 w 803586"/>
              <a:gd name="csY4" fmla="*/ 291586 h 300374"/>
              <a:gd name="csX5" fmla="*/ 2200 w 803586"/>
              <a:gd name="csY5" fmla="*/ 117946 h 300374"/>
              <a:gd name="csX0" fmla="*/ 1898 w 839244"/>
              <a:gd name="csY0" fmla="*/ 82591 h 300978"/>
              <a:gd name="csX1" fmla="*/ 438551 w 839244"/>
              <a:gd name="csY1" fmla="*/ 604 h 300978"/>
              <a:gd name="csX2" fmla="*/ 839244 w 839244"/>
              <a:gd name="csY2" fmla="*/ 118550 h 300978"/>
              <a:gd name="csX3" fmla="*/ 700542 w 839244"/>
              <a:gd name="csY3" fmla="*/ 282729 h 300978"/>
              <a:gd name="csX4" fmla="*/ 284438 w 839244"/>
              <a:gd name="csY4" fmla="*/ 292190 h 300978"/>
              <a:gd name="csX5" fmla="*/ 1898 w 839244"/>
              <a:gd name="csY5" fmla="*/ 82591 h 300978"/>
              <a:gd name="csX0" fmla="*/ 12930 w 850276"/>
              <a:gd name="csY0" fmla="*/ 82551 h 297947"/>
              <a:gd name="csX1" fmla="*/ 449583 w 850276"/>
              <a:gd name="csY1" fmla="*/ 564 h 297947"/>
              <a:gd name="csX2" fmla="*/ 850276 w 850276"/>
              <a:gd name="csY2" fmla="*/ 118510 h 297947"/>
              <a:gd name="csX3" fmla="*/ 711574 w 850276"/>
              <a:gd name="csY3" fmla="*/ 282689 h 297947"/>
              <a:gd name="csX4" fmla="*/ 141358 w 850276"/>
              <a:gd name="csY4" fmla="*/ 271602 h 297947"/>
              <a:gd name="csX5" fmla="*/ 12930 w 850276"/>
              <a:gd name="csY5" fmla="*/ 82551 h 297947"/>
              <a:gd name="csX0" fmla="*/ 12930 w 891373"/>
              <a:gd name="csY0" fmla="*/ 82191 h 298688"/>
              <a:gd name="csX1" fmla="*/ 449583 w 891373"/>
              <a:gd name="csY1" fmla="*/ 204 h 298688"/>
              <a:gd name="csX2" fmla="*/ 891373 w 891373"/>
              <a:gd name="csY2" fmla="*/ 102739 h 298688"/>
              <a:gd name="csX3" fmla="*/ 711574 w 891373"/>
              <a:gd name="csY3" fmla="*/ 282329 h 298688"/>
              <a:gd name="csX4" fmla="*/ 141358 w 891373"/>
              <a:gd name="csY4" fmla="*/ 271242 h 298688"/>
              <a:gd name="csX5" fmla="*/ 12930 w 891373"/>
              <a:gd name="csY5" fmla="*/ 82191 h 298688"/>
              <a:gd name="csX0" fmla="*/ 13237 w 891680"/>
              <a:gd name="csY0" fmla="*/ 14723 h 231220"/>
              <a:gd name="csX1" fmla="*/ 455027 w 891680"/>
              <a:gd name="csY1" fmla="*/ 14929 h 231220"/>
              <a:gd name="csX2" fmla="*/ 891680 w 891680"/>
              <a:gd name="csY2" fmla="*/ 35271 h 231220"/>
              <a:gd name="csX3" fmla="*/ 711881 w 891680"/>
              <a:gd name="csY3" fmla="*/ 214861 h 231220"/>
              <a:gd name="csX4" fmla="*/ 141665 w 891680"/>
              <a:gd name="csY4" fmla="*/ 203774 h 231220"/>
              <a:gd name="csX5" fmla="*/ 13237 w 891680"/>
              <a:gd name="csY5" fmla="*/ 14723 h 231220"/>
              <a:gd name="csX0" fmla="*/ 13237 w 881406"/>
              <a:gd name="csY0" fmla="*/ 16025 h 230326"/>
              <a:gd name="csX1" fmla="*/ 455027 w 881406"/>
              <a:gd name="csY1" fmla="*/ 16231 h 230326"/>
              <a:gd name="csX2" fmla="*/ 881406 w 881406"/>
              <a:gd name="csY2" fmla="*/ 67395 h 230326"/>
              <a:gd name="csX3" fmla="*/ 711881 w 881406"/>
              <a:gd name="csY3" fmla="*/ 216163 h 230326"/>
              <a:gd name="csX4" fmla="*/ 141665 w 881406"/>
              <a:gd name="csY4" fmla="*/ 205076 h 230326"/>
              <a:gd name="csX5" fmla="*/ 13237 w 881406"/>
              <a:gd name="csY5" fmla="*/ 16025 h 230326"/>
              <a:gd name="csX0" fmla="*/ 13237 w 881406"/>
              <a:gd name="csY0" fmla="*/ 16025 h 233398"/>
              <a:gd name="csX1" fmla="*/ 455027 w 881406"/>
              <a:gd name="csY1" fmla="*/ 16231 h 233398"/>
              <a:gd name="csX2" fmla="*/ 881406 w 881406"/>
              <a:gd name="csY2" fmla="*/ 67395 h 233398"/>
              <a:gd name="csX3" fmla="*/ 717096 w 881406"/>
              <a:gd name="csY3" fmla="*/ 220871 h 233398"/>
              <a:gd name="csX4" fmla="*/ 141665 w 881406"/>
              <a:gd name="csY4" fmla="*/ 205076 h 233398"/>
              <a:gd name="csX5" fmla="*/ 13237 w 881406"/>
              <a:gd name="csY5" fmla="*/ 16025 h 233398"/>
              <a:gd name="csX0" fmla="*/ 13237 w 881406"/>
              <a:gd name="csY0" fmla="*/ 16025 h 223358"/>
              <a:gd name="csX1" fmla="*/ 455027 w 881406"/>
              <a:gd name="csY1" fmla="*/ 16231 h 223358"/>
              <a:gd name="csX2" fmla="*/ 881406 w 881406"/>
              <a:gd name="csY2" fmla="*/ 67395 h 223358"/>
              <a:gd name="csX3" fmla="*/ 717096 w 881406"/>
              <a:gd name="csY3" fmla="*/ 220871 h 223358"/>
              <a:gd name="csX4" fmla="*/ 141665 w 881406"/>
              <a:gd name="csY4" fmla="*/ 205076 h 223358"/>
              <a:gd name="csX5" fmla="*/ 13237 w 881406"/>
              <a:gd name="csY5" fmla="*/ 16025 h 223358"/>
              <a:gd name="csX0" fmla="*/ 13237 w 881406"/>
              <a:gd name="csY0" fmla="*/ 16025 h 226968"/>
              <a:gd name="csX1" fmla="*/ 455027 w 881406"/>
              <a:gd name="csY1" fmla="*/ 16231 h 226968"/>
              <a:gd name="csX2" fmla="*/ 881406 w 881406"/>
              <a:gd name="csY2" fmla="*/ 67395 h 226968"/>
              <a:gd name="csX3" fmla="*/ 717096 w 881406"/>
              <a:gd name="csY3" fmla="*/ 220871 h 226968"/>
              <a:gd name="csX4" fmla="*/ 141665 w 881406"/>
              <a:gd name="csY4" fmla="*/ 205076 h 226968"/>
              <a:gd name="csX5" fmla="*/ 13237 w 881406"/>
              <a:gd name="csY5" fmla="*/ 16025 h 226968"/>
              <a:gd name="csX0" fmla="*/ 13682 w 876636"/>
              <a:gd name="csY0" fmla="*/ 42772 h 211337"/>
              <a:gd name="csX1" fmla="*/ 450257 w 876636"/>
              <a:gd name="csY1" fmla="*/ 600 h 211337"/>
              <a:gd name="csX2" fmla="*/ 876636 w 876636"/>
              <a:gd name="csY2" fmla="*/ 51764 h 211337"/>
              <a:gd name="csX3" fmla="*/ 712326 w 876636"/>
              <a:gd name="csY3" fmla="*/ 205240 h 211337"/>
              <a:gd name="csX4" fmla="*/ 136895 w 876636"/>
              <a:gd name="csY4" fmla="*/ 189445 h 211337"/>
              <a:gd name="csX5" fmla="*/ 13682 w 876636"/>
              <a:gd name="csY5" fmla="*/ 42772 h 211337"/>
              <a:gd name="csX0" fmla="*/ 13364 w 876318"/>
              <a:gd name="csY0" fmla="*/ 23517 h 192082"/>
              <a:gd name="csX1" fmla="*/ 444722 w 876318"/>
              <a:gd name="csY1" fmla="*/ 19015 h 192082"/>
              <a:gd name="csX2" fmla="*/ 876318 w 876318"/>
              <a:gd name="csY2" fmla="*/ 32509 h 192082"/>
              <a:gd name="csX3" fmla="*/ 712008 w 876318"/>
              <a:gd name="csY3" fmla="*/ 185985 h 192082"/>
              <a:gd name="csX4" fmla="*/ 136577 w 876318"/>
              <a:gd name="csY4" fmla="*/ 170190 h 192082"/>
              <a:gd name="csX5" fmla="*/ 13364 w 876318"/>
              <a:gd name="csY5" fmla="*/ 23517 h 192082"/>
              <a:gd name="csX0" fmla="*/ 13364 w 850241"/>
              <a:gd name="csY0" fmla="*/ 14305 h 190082"/>
              <a:gd name="csX1" fmla="*/ 444722 w 850241"/>
              <a:gd name="csY1" fmla="*/ 9803 h 190082"/>
              <a:gd name="csX2" fmla="*/ 850241 w 850241"/>
              <a:gd name="csY2" fmla="*/ 51550 h 190082"/>
              <a:gd name="csX3" fmla="*/ 712008 w 850241"/>
              <a:gd name="csY3" fmla="*/ 176773 h 190082"/>
              <a:gd name="csX4" fmla="*/ 136577 w 850241"/>
              <a:gd name="csY4" fmla="*/ 160978 h 190082"/>
              <a:gd name="csX5" fmla="*/ 13364 w 850241"/>
              <a:gd name="csY5" fmla="*/ 14305 h 190082"/>
              <a:gd name="csX0" fmla="*/ 13364 w 881533"/>
              <a:gd name="csY0" fmla="*/ 13820 h 190246"/>
              <a:gd name="csX1" fmla="*/ 444722 w 881533"/>
              <a:gd name="csY1" fmla="*/ 9318 h 190246"/>
              <a:gd name="csX2" fmla="*/ 881533 w 881533"/>
              <a:gd name="csY2" fmla="*/ 41647 h 190246"/>
              <a:gd name="csX3" fmla="*/ 712008 w 881533"/>
              <a:gd name="csY3" fmla="*/ 176288 h 190246"/>
              <a:gd name="csX4" fmla="*/ 136577 w 881533"/>
              <a:gd name="csY4" fmla="*/ 160493 h 190246"/>
              <a:gd name="csX5" fmla="*/ 13364 w 881533"/>
              <a:gd name="csY5" fmla="*/ 13820 h 190246"/>
              <a:gd name="csX0" fmla="*/ 13364 w 881533"/>
              <a:gd name="csY0" fmla="*/ 13820 h 190246"/>
              <a:gd name="csX1" fmla="*/ 444722 w 881533"/>
              <a:gd name="csY1" fmla="*/ 9318 h 190246"/>
              <a:gd name="csX2" fmla="*/ 881533 w 881533"/>
              <a:gd name="csY2" fmla="*/ 41647 h 190246"/>
              <a:gd name="csX3" fmla="*/ 712008 w 881533"/>
              <a:gd name="csY3" fmla="*/ 176288 h 190246"/>
              <a:gd name="csX4" fmla="*/ 136577 w 881533"/>
              <a:gd name="csY4" fmla="*/ 160493 h 190246"/>
              <a:gd name="csX5" fmla="*/ 13364 w 881533"/>
              <a:gd name="csY5" fmla="*/ 13820 h 190246"/>
              <a:gd name="csX0" fmla="*/ 13796 w 881965"/>
              <a:gd name="csY0" fmla="*/ 13820 h 190246"/>
              <a:gd name="csX1" fmla="*/ 445154 w 881965"/>
              <a:gd name="csY1" fmla="*/ 9318 h 190246"/>
              <a:gd name="csX2" fmla="*/ 881965 w 881965"/>
              <a:gd name="csY2" fmla="*/ 41647 h 190246"/>
              <a:gd name="csX3" fmla="*/ 712440 w 881965"/>
              <a:gd name="csY3" fmla="*/ 176288 h 190246"/>
              <a:gd name="csX4" fmla="*/ 137009 w 881965"/>
              <a:gd name="csY4" fmla="*/ 160493 h 190246"/>
              <a:gd name="csX5" fmla="*/ 13796 w 881965"/>
              <a:gd name="csY5" fmla="*/ 13820 h 190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81965" h="190246">
                <a:moveTo>
                  <a:pt x="13796" y="13820"/>
                </a:moveTo>
                <a:cubicBezTo>
                  <a:pt x="65154" y="-11376"/>
                  <a:pt x="300459" y="4680"/>
                  <a:pt x="445154" y="9318"/>
                </a:cubicBezTo>
                <a:cubicBezTo>
                  <a:pt x="589849" y="13956"/>
                  <a:pt x="881965" y="-23493"/>
                  <a:pt x="881965" y="41647"/>
                </a:cubicBezTo>
                <a:cubicBezTo>
                  <a:pt x="829812" y="116204"/>
                  <a:pt x="836599" y="156480"/>
                  <a:pt x="712440" y="176288"/>
                </a:cubicBezTo>
                <a:cubicBezTo>
                  <a:pt x="588281" y="196096"/>
                  <a:pt x="213365" y="198130"/>
                  <a:pt x="137009" y="160493"/>
                </a:cubicBezTo>
                <a:cubicBezTo>
                  <a:pt x="65868" y="160527"/>
                  <a:pt x="-37562" y="39016"/>
                  <a:pt x="13796" y="13820"/>
                </a:cubicBezTo>
                <a:close/>
              </a:path>
            </a:pathLst>
          </a:custGeom>
          <a:pattFill prst="wave">
            <a:fgClr>
              <a:schemeClr val="tx2">
                <a:lumMod val="75000"/>
                <a:lumOff val="25000"/>
              </a:schemeClr>
            </a:fgClr>
            <a:bgClr>
              <a:schemeClr val="bg1"/>
            </a:bgClr>
          </a:patt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9D9AE58-1BD0-B764-DE4C-C30E4F8CB07E}"/>
              </a:ext>
            </a:extLst>
          </p:cNvPr>
          <p:cNvSpPr/>
          <p:nvPr/>
        </p:nvSpPr>
        <p:spPr>
          <a:xfrm>
            <a:off x="7662593" y="5271094"/>
            <a:ext cx="1216668" cy="124547"/>
          </a:xfrm>
          <a:custGeom>
            <a:avLst/>
            <a:gdLst>
              <a:gd name="csX0" fmla="*/ 0 w 1216668"/>
              <a:gd name="csY0" fmla="*/ 62274 h 124547"/>
              <a:gd name="csX1" fmla="*/ 608334 w 1216668"/>
              <a:gd name="csY1" fmla="*/ 0 h 124547"/>
              <a:gd name="csX2" fmla="*/ 1216668 w 1216668"/>
              <a:gd name="csY2" fmla="*/ 62274 h 124547"/>
              <a:gd name="csX3" fmla="*/ 608334 w 1216668"/>
              <a:gd name="csY3" fmla="*/ 124548 h 124547"/>
              <a:gd name="csX4" fmla="*/ 0 w 1216668"/>
              <a:gd name="csY4" fmla="*/ 62274 h 1245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6668" h="124547" extrusionOk="0">
                <a:moveTo>
                  <a:pt x="0" y="62274"/>
                </a:moveTo>
                <a:cubicBezTo>
                  <a:pt x="-63163" y="-11080"/>
                  <a:pt x="241817" y="11463"/>
                  <a:pt x="608334" y="0"/>
                </a:cubicBezTo>
                <a:cubicBezTo>
                  <a:pt x="948882" y="963"/>
                  <a:pt x="1213890" y="27969"/>
                  <a:pt x="1216668" y="62274"/>
                </a:cubicBezTo>
                <a:cubicBezTo>
                  <a:pt x="1184160" y="128413"/>
                  <a:pt x="936241" y="169138"/>
                  <a:pt x="608334" y="124548"/>
                </a:cubicBezTo>
                <a:cubicBezTo>
                  <a:pt x="266206" y="121181"/>
                  <a:pt x="2457" y="97841"/>
                  <a:pt x="0" y="62274"/>
                </a:cubicBezTo>
                <a:close/>
              </a:path>
            </a:pathLst>
          </a:cu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F8FF871-E591-3B6F-4834-32F5C746EA7B}"/>
              </a:ext>
            </a:extLst>
          </p:cNvPr>
          <p:cNvSpPr/>
          <p:nvPr/>
        </p:nvSpPr>
        <p:spPr>
          <a:xfrm>
            <a:off x="9739380" y="5604861"/>
            <a:ext cx="1216663" cy="128248"/>
          </a:xfrm>
          <a:custGeom>
            <a:avLst/>
            <a:gdLst>
              <a:gd name="csX0" fmla="*/ 0 w 1216663"/>
              <a:gd name="csY0" fmla="*/ 64124 h 128248"/>
              <a:gd name="csX1" fmla="*/ 608332 w 1216663"/>
              <a:gd name="csY1" fmla="*/ 0 h 128248"/>
              <a:gd name="csX2" fmla="*/ 1216664 w 1216663"/>
              <a:gd name="csY2" fmla="*/ 64124 h 128248"/>
              <a:gd name="csX3" fmla="*/ 608332 w 1216663"/>
              <a:gd name="csY3" fmla="*/ 128248 h 128248"/>
              <a:gd name="csX4" fmla="*/ 0 w 1216663"/>
              <a:gd name="csY4" fmla="*/ 64124 h 1282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6663" h="128248" extrusionOk="0">
                <a:moveTo>
                  <a:pt x="0" y="64124"/>
                </a:moveTo>
                <a:cubicBezTo>
                  <a:pt x="-29864" y="10288"/>
                  <a:pt x="234528" y="14199"/>
                  <a:pt x="608332" y="0"/>
                </a:cubicBezTo>
                <a:cubicBezTo>
                  <a:pt x="945248" y="199"/>
                  <a:pt x="1209506" y="28937"/>
                  <a:pt x="1216664" y="64124"/>
                </a:cubicBezTo>
                <a:cubicBezTo>
                  <a:pt x="1188848" y="126703"/>
                  <a:pt x="938501" y="160322"/>
                  <a:pt x="608332" y="128248"/>
                </a:cubicBezTo>
                <a:cubicBezTo>
                  <a:pt x="267581" y="125633"/>
                  <a:pt x="1784" y="100391"/>
                  <a:pt x="0" y="64124"/>
                </a:cubicBezTo>
                <a:close/>
              </a:path>
            </a:pathLst>
          </a:custGeom>
          <a:noFill/>
          <a:ln cmpd="sng">
            <a:solidFill>
              <a:schemeClr val="accent1">
                <a:lumMod val="60000"/>
                <a:lumOff val="4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 71">
            <a:extLst>
              <a:ext uri="{FF2B5EF4-FFF2-40B4-BE49-F238E27FC236}">
                <a16:creationId xmlns:a16="http://schemas.microsoft.com/office/drawing/2014/main" id="{D4C38097-2D01-A68E-0E3E-F18E8839C665}"/>
              </a:ext>
            </a:extLst>
          </p:cNvPr>
          <p:cNvSpPr/>
          <p:nvPr/>
        </p:nvSpPr>
        <p:spPr>
          <a:xfrm rot="583769">
            <a:off x="7530831" y="4522475"/>
            <a:ext cx="3500371" cy="881393"/>
          </a:xfrm>
          <a:custGeom>
            <a:avLst/>
            <a:gdLst>
              <a:gd name="csX0" fmla="*/ 0 w 3455582"/>
              <a:gd name="csY0" fmla="*/ 212977 h 319302"/>
              <a:gd name="csX1" fmla="*/ 499730 w 3455582"/>
              <a:gd name="csY1" fmla="*/ 325 h 319302"/>
              <a:gd name="csX2" fmla="*/ 978196 w 3455582"/>
              <a:gd name="csY2" fmla="*/ 255507 h 319302"/>
              <a:gd name="csX3" fmla="*/ 1371600 w 3455582"/>
              <a:gd name="csY3" fmla="*/ 10958 h 319302"/>
              <a:gd name="csX4" fmla="*/ 1743740 w 3455582"/>
              <a:gd name="csY4" fmla="*/ 255507 h 319302"/>
              <a:gd name="csX5" fmla="*/ 2126512 w 3455582"/>
              <a:gd name="csY5" fmla="*/ 32223 h 319302"/>
              <a:gd name="csX6" fmla="*/ 2562447 w 3455582"/>
              <a:gd name="csY6" fmla="*/ 298037 h 319302"/>
              <a:gd name="csX7" fmla="*/ 3051544 w 3455582"/>
              <a:gd name="csY7" fmla="*/ 64121 h 319302"/>
              <a:gd name="csX8" fmla="*/ 3455582 w 3455582"/>
              <a:gd name="csY8" fmla="*/ 319302 h 319302"/>
              <a:gd name="csX0" fmla="*/ 0 w 3455582"/>
              <a:gd name="csY0" fmla="*/ 302363 h 1830930"/>
              <a:gd name="csX1" fmla="*/ 499730 w 3455582"/>
              <a:gd name="csY1" fmla="*/ 89711 h 1830930"/>
              <a:gd name="csX2" fmla="*/ 1192349 w 3455582"/>
              <a:gd name="csY2" fmla="*/ 1830929 h 1830930"/>
              <a:gd name="csX3" fmla="*/ 1371600 w 3455582"/>
              <a:gd name="csY3" fmla="*/ 100344 h 1830930"/>
              <a:gd name="csX4" fmla="*/ 1743740 w 3455582"/>
              <a:gd name="csY4" fmla="*/ 344893 h 1830930"/>
              <a:gd name="csX5" fmla="*/ 2126512 w 3455582"/>
              <a:gd name="csY5" fmla="*/ 121609 h 1830930"/>
              <a:gd name="csX6" fmla="*/ 2562447 w 3455582"/>
              <a:gd name="csY6" fmla="*/ 387423 h 1830930"/>
              <a:gd name="csX7" fmla="*/ 3051544 w 3455582"/>
              <a:gd name="csY7" fmla="*/ 153507 h 1830930"/>
              <a:gd name="csX8" fmla="*/ 3455582 w 3455582"/>
              <a:gd name="csY8" fmla="*/ 408688 h 1830930"/>
              <a:gd name="csX0" fmla="*/ 0 w 3455582"/>
              <a:gd name="csY0" fmla="*/ 302363 h 1831071"/>
              <a:gd name="csX1" fmla="*/ 499730 w 3455582"/>
              <a:gd name="csY1" fmla="*/ 89711 h 1831071"/>
              <a:gd name="csX2" fmla="*/ 1192349 w 3455582"/>
              <a:gd name="csY2" fmla="*/ 1830929 h 1831071"/>
              <a:gd name="csX3" fmla="*/ 1352289 w 3455582"/>
              <a:gd name="csY3" fmla="*/ 188761 h 1831071"/>
              <a:gd name="csX4" fmla="*/ 1743740 w 3455582"/>
              <a:gd name="csY4" fmla="*/ 344893 h 1831071"/>
              <a:gd name="csX5" fmla="*/ 2126512 w 3455582"/>
              <a:gd name="csY5" fmla="*/ 121609 h 1831071"/>
              <a:gd name="csX6" fmla="*/ 2562447 w 3455582"/>
              <a:gd name="csY6" fmla="*/ 387423 h 1831071"/>
              <a:gd name="csX7" fmla="*/ 3051544 w 3455582"/>
              <a:gd name="csY7" fmla="*/ 153507 h 1831071"/>
              <a:gd name="csX8" fmla="*/ 3455582 w 3455582"/>
              <a:gd name="csY8" fmla="*/ 408688 h 1831071"/>
              <a:gd name="csX0" fmla="*/ 0 w 3455582"/>
              <a:gd name="csY0" fmla="*/ 302363 h 1833079"/>
              <a:gd name="csX1" fmla="*/ 499730 w 3455582"/>
              <a:gd name="csY1" fmla="*/ 89711 h 1833079"/>
              <a:gd name="csX2" fmla="*/ 1192349 w 3455582"/>
              <a:gd name="csY2" fmla="*/ 1830929 h 1833079"/>
              <a:gd name="csX3" fmla="*/ 1323745 w 3455582"/>
              <a:gd name="csY3" fmla="*/ 447038 h 1833079"/>
              <a:gd name="csX4" fmla="*/ 1743740 w 3455582"/>
              <a:gd name="csY4" fmla="*/ 344893 h 1833079"/>
              <a:gd name="csX5" fmla="*/ 2126512 w 3455582"/>
              <a:gd name="csY5" fmla="*/ 121609 h 1833079"/>
              <a:gd name="csX6" fmla="*/ 2562447 w 3455582"/>
              <a:gd name="csY6" fmla="*/ 387423 h 1833079"/>
              <a:gd name="csX7" fmla="*/ 3051544 w 3455582"/>
              <a:gd name="csY7" fmla="*/ 153507 h 1833079"/>
              <a:gd name="csX8" fmla="*/ 3455582 w 3455582"/>
              <a:gd name="csY8" fmla="*/ 408688 h 1833079"/>
              <a:gd name="csX0" fmla="*/ 0 w 3455582"/>
              <a:gd name="csY0" fmla="*/ 302363 h 1833006"/>
              <a:gd name="csX1" fmla="*/ 499730 w 3455582"/>
              <a:gd name="csY1" fmla="*/ 89711 h 1833006"/>
              <a:gd name="csX2" fmla="*/ 1192349 w 3455582"/>
              <a:gd name="csY2" fmla="*/ 1830929 h 1833006"/>
              <a:gd name="csX3" fmla="*/ 1323745 w 3455582"/>
              <a:gd name="csY3" fmla="*/ 447038 h 1833006"/>
              <a:gd name="csX4" fmla="*/ 1765856 w 3455582"/>
              <a:gd name="csY4" fmla="*/ 605105 h 1833006"/>
              <a:gd name="csX5" fmla="*/ 2126512 w 3455582"/>
              <a:gd name="csY5" fmla="*/ 121609 h 1833006"/>
              <a:gd name="csX6" fmla="*/ 2562447 w 3455582"/>
              <a:gd name="csY6" fmla="*/ 387423 h 1833006"/>
              <a:gd name="csX7" fmla="*/ 3051544 w 3455582"/>
              <a:gd name="csY7" fmla="*/ 153507 h 1833006"/>
              <a:gd name="csX8" fmla="*/ 3455582 w 3455582"/>
              <a:gd name="csY8" fmla="*/ 408688 h 1833006"/>
              <a:gd name="csX0" fmla="*/ 0 w 3455582"/>
              <a:gd name="csY0" fmla="*/ 302363 h 1833006"/>
              <a:gd name="csX1" fmla="*/ 499730 w 3455582"/>
              <a:gd name="csY1" fmla="*/ 89711 h 1833006"/>
              <a:gd name="csX2" fmla="*/ 1192349 w 3455582"/>
              <a:gd name="csY2" fmla="*/ 1830929 h 1833006"/>
              <a:gd name="csX3" fmla="*/ 1323745 w 3455582"/>
              <a:gd name="csY3" fmla="*/ 447038 h 1833006"/>
              <a:gd name="csX4" fmla="*/ 1765856 w 3455582"/>
              <a:gd name="csY4" fmla="*/ 605105 h 1833006"/>
              <a:gd name="csX5" fmla="*/ 2120358 w 3455582"/>
              <a:gd name="csY5" fmla="*/ 234847 h 1833006"/>
              <a:gd name="csX6" fmla="*/ 2562447 w 3455582"/>
              <a:gd name="csY6" fmla="*/ 387423 h 1833006"/>
              <a:gd name="csX7" fmla="*/ 3051544 w 3455582"/>
              <a:gd name="csY7" fmla="*/ 153507 h 1833006"/>
              <a:gd name="csX8" fmla="*/ 3455582 w 3455582"/>
              <a:gd name="csY8" fmla="*/ 408688 h 1833006"/>
              <a:gd name="csX0" fmla="*/ 0 w 3455582"/>
              <a:gd name="csY0" fmla="*/ 302363 h 1833006"/>
              <a:gd name="csX1" fmla="*/ 499730 w 3455582"/>
              <a:gd name="csY1" fmla="*/ 89711 h 1833006"/>
              <a:gd name="csX2" fmla="*/ 1192349 w 3455582"/>
              <a:gd name="csY2" fmla="*/ 1830929 h 1833006"/>
              <a:gd name="csX3" fmla="*/ 1323745 w 3455582"/>
              <a:gd name="csY3" fmla="*/ 447038 h 1833006"/>
              <a:gd name="csX4" fmla="*/ 1765856 w 3455582"/>
              <a:gd name="csY4" fmla="*/ 605105 h 1833006"/>
              <a:gd name="csX5" fmla="*/ 2120358 w 3455582"/>
              <a:gd name="csY5" fmla="*/ 234847 h 1833006"/>
              <a:gd name="csX6" fmla="*/ 2610324 w 3455582"/>
              <a:gd name="csY6" fmla="*/ 1018758 h 1833006"/>
              <a:gd name="csX7" fmla="*/ 3051544 w 3455582"/>
              <a:gd name="csY7" fmla="*/ 153507 h 1833006"/>
              <a:gd name="csX8" fmla="*/ 3455582 w 3455582"/>
              <a:gd name="csY8" fmla="*/ 408688 h 1833006"/>
              <a:gd name="csX0" fmla="*/ 0 w 3455582"/>
              <a:gd name="csY0" fmla="*/ 302363 h 1833006"/>
              <a:gd name="csX1" fmla="*/ 499730 w 3455582"/>
              <a:gd name="csY1" fmla="*/ 89711 h 1833006"/>
              <a:gd name="csX2" fmla="*/ 1192349 w 3455582"/>
              <a:gd name="csY2" fmla="*/ 1830929 h 1833006"/>
              <a:gd name="csX3" fmla="*/ 1323745 w 3455582"/>
              <a:gd name="csY3" fmla="*/ 447038 h 1833006"/>
              <a:gd name="csX4" fmla="*/ 1765856 w 3455582"/>
              <a:gd name="csY4" fmla="*/ 605105 h 1833006"/>
              <a:gd name="csX5" fmla="*/ 2120358 w 3455582"/>
              <a:gd name="csY5" fmla="*/ 234847 h 1833006"/>
              <a:gd name="csX6" fmla="*/ 2610324 w 3455582"/>
              <a:gd name="csY6" fmla="*/ 1018758 h 1833006"/>
              <a:gd name="csX7" fmla="*/ 3193742 w 3455582"/>
              <a:gd name="csY7" fmla="*/ 650660 h 1833006"/>
              <a:gd name="csX8" fmla="*/ 3455582 w 3455582"/>
              <a:gd name="csY8" fmla="*/ 408688 h 1833006"/>
              <a:gd name="csX0" fmla="*/ 0 w 3455582"/>
              <a:gd name="csY0" fmla="*/ 302363 h 1833006"/>
              <a:gd name="csX1" fmla="*/ 499730 w 3455582"/>
              <a:gd name="csY1" fmla="*/ 89711 h 1833006"/>
              <a:gd name="csX2" fmla="*/ 1192349 w 3455582"/>
              <a:gd name="csY2" fmla="*/ 1830929 h 1833006"/>
              <a:gd name="csX3" fmla="*/ 1323745 w 3455582"/>
              <a:gd name="csY3" fmla="*/ 447038 h 1833006"/>
              <a:gd name="csX4" fmla="*/ 1765856 w 3455582"/>
              <a:gd name="csY4" fmla="*/ 605105 h 1833006"/>
              <a:gd name="csX5" fmla="*/ 2120358 w 3455582"/>
              <a:gd name="csY5" fmla="*/ 234847 h 1833006"/>
              <a:gd name="csX6" fmla="*/ 2610324 w 3455582"/>
              <a:gd name="csY6" fmla="*/ 1018758 h 1833006"/>
              <a:gd name="csX7" fmla="*/ 3169404 w 3455582"/>
              <a:gd name="csY7" fmla="*/ 1187375 h 1833006"/>
              <a:gd name="csX8" fmla="*/ 3455582 w 3455582"/>
              <a:gd name="csY8" fmla="*/ 408688 h 1833006"/>
              <a:gd name="csX0" fmla="*/ 0 w 3455582"/>
              <a:gd name="csY0" fmla="*/ 302363 h 1833006"/>
              <a:gd name="csX1" fmla="*/ 499730 w 3455582"/>
              <a:gd name="csY1" fmla="*/ 89711 h 1833006"/>
              <a:gd name="csX2" fmla="*/ 1192349 w 3455582"/>
              <a:gd name="csY2" fmla="*/ 1830929 h 1833006"/>
              <a:gd name="csX3" fmla="*/ 1323745 w 3455582"/>
              <a:gd name="csY3" fmla="*/ 447038 h 1833006"/>
              <a:gd name="csX4" fmla="*/ 1765856 w 3455582"/>
              <a:gd name="csY4" fmla="*/ 605105 h 1833006"/>
              <a:gd name="csX5" fmla="*/ 2120358 w 3455582"/>
              <a:gd name="csY5" fmla="*/ 234847 h 1833006"/>
              <a:gd name="csX6" fmla="*/ 2504811 w 3455582"/>
              <a:gd name="csY6" fmla="*/ 1225459 h 1833006"/>
              <a:gd name="csX7" fmla="*/ 3169404 w 3455582"/>
              <a:gd name="csY7" fmla="*/ 1187375 h 1833006"/>
              <a:gd name="csX8" fmla="*/ 3455582 w 3455582"/>
              <a:gd name="csY8" fmla="*/ 408688 h 1833006"/>
              <a:gd name="csX0" fmla="*/ 0 w 3500370"/>
              <a:gd name="csY0" fmla="*/ 302363 h 1833006"/>
              <a:gd name="csX1" fmla="*/ 499730 w 3500370"/>
              <a:gd name="csY1" fmla="*/ 89711 h 1833006"/>
              <a:gd name="csX2" fmla="*/ 1192349 w 3500370"/>
              <a:gd name="csY2" fmla="*/ 1830929 h 1833006"/>
              <a:gd name="csX3" fmla="*/ 1323745 w 3500370"/>
              <a:gd name="csY3" fmla="*/ 447038 h 1833006"/>
              <a:gd name="csX4" fmla="*/ 1765856 w 3500370"/>
              <a:gd name="csY4" fmla="*/ 605105 h 1833006"/>
              <a:gd name="csX5" fmla="*/ 2120358 w 3500370"/>
              <a:gd name="csY5" fmla="*/ 234847 h 1833006"/>
              <a:gd name="csX6" fmla="*/ 2504811 w 3500370"/>
              <a:gd name="csY6" fmla="*/ 1225459 h 1833006"/>
              <a:gd name="csX7" fmla="*/ 3169404 w 3500370"/>
              <a:gd name="csY7" fmla="*/ 1187375 h 1833006"/>
              <a:gd name="csX8" fmla="*/ 3500370 w 3500370"/>
              <a:gd name="csY8" fmla="*/ 607626 h 1833006"/>
              <a:gd name="csX0" fmla="*/ 0 w 3500370"/>
              <a:gd name="csY0" fmla="*/ 302363 h 1833006"/>
              <a:gd name="csX1" fmla="*/ 499730 w 3500370"/>
              <a:gd name="csY1" fmla="*/ 89711 h 1833006"/>
              <a:gd name="csX2" fmla="*/ 1192349 w 3500370"/>
              <a:gd name="csY2" fmla="*/ 1830929 h 1833006"/>
              <a:gd name="csX3" fmla="*/ 1323745 w 3500370"/>
              <a:gd name="csY3" fmla="*/ 447038 h 1833006"/>
              <a:gd name="csX4" fmla="*/ 1765856 w 3500370"/>
              <a:gd name="csY4" fmla="*/ 605105 h 1833006"/>
              <a:gd name="csX5" fmla="*/ 2120358 w 3500370"/>
              <a:gd name="csY5" fmla="*/ 234847 h 1833006"/>
              <a:gd name="csX6" fmla="*/ 2504811 w 3500370"/>
              <a:gd name="csY6" fmla="*/ 1225459 h 1833006"/>
              <a:gd name="csX7" fmla="*/ 3175841 w 3500370"/>
              <a:gd name="csY7" fmla="*/ 1157902 h 1833006"/>
              <a:gd name="csX8" fmla="*/ 3500370 w 3500370"/>
              <a:gd name="csY8" fmla="*/ 607626 h 1833006"/>
              <a:gd name="csX0" fmla="*/ 0 w 3500370"/>
              <a:gd name="csY0" fmla="*/ 302363 h 1830937"/>
              <a:gd name="csX1" fmla="*/ 499730 w 3500370"/>
              <a:gd name="csY1" fmla="*/ 89711 h 1830937"/>
              <a:gd name="csX2" fmla="*/ 1192349 w 3500370"/>
              <a:gd name="csY2" fmla="*/ 1830929 h 1830937"/>
              <a:gd name="csX3" fmla="*/ 1286510 w 3500370"/>
              <a:gd name="csY3" fmla="*/ 64669 h 1830937"/>
              <a:gd name="csX4" fmla="*/ 1765856 w 3500370"/>
              <a:gd name="csY4" fmla="*/ 605105 h 1830937"/>
              <a:gd name="csX5" fmla="*/ 2120358 w 3500370"/>
              <a:gd name="csY5" fmla="*/ 234847 h 1830937"/>
              <a:gd name="csX6" fmla="*/ 2504811 w 3500370"/>
              <a:gd name="csY6" fmla="*/ 1225459 h 1830937"/>
              <a:gd name="csX7" fmla="*/ 3175841 w 3500370"/>
              <a:gd name="csY7" fmla="*/ 1157902 h 1830937"/>
              <a:gd name="csX8" fmla="*/ 3500370 w 3500370"/>
              <a:gd name="csY8" fmla="*/ 607626 h 1830937"/>
              <a:gd name="csX0" fmla="*/ 0 w 3500370"/>
              <a:gd name="csY0" fmla="*/ 306388 h 1834962"/>
              <a:gd name="csX1" fmla="*/ 499730 w 3500370"/>
              <a:gd name="csY1" fmla="*/ 93736 h 1834962"/>
              <a:gd name="csX2" fmla="*/ 1192349 w 3500370"/>
              <a:gd name="csY2" fmla="*/ 1834954 h 1834962"/>
              <a:gd name="csX3" fmla="*/ 1286510 w 3500370"/>
              <a:gd name="csY3" fmla="*/ 68694 h 1834962"/>
              <a:gd name="csX4" fmla="*/ 1743739 w 3500370"/>
              <a:gd name="csY4" fmla="*/ 348919 h 1834962"/>
              <a:gd name="csX5" fmla="*/ 2120358 w 3500370"/>
              <a:gd name="csY5" fmla="*/ 238872 h 1834962"/>
              <a:gd name="csX6" fmla="*/ 2504811 w 3500370"/>
              <a:gd name="csY6" fmla="*/ 1229484 h 1834962"/>
              <a:gd name="csX7" fmla="*/ 3175841 w 3500370"/>
              <a:gd name="csY7" fmla="*/ 1161927 h 1834962"/>
              <a:gd name="csX8" fmla="*/ 3500370 w 3500370"/>
              <a:gd name="csY8" fmla="*/ 611651 h 1834962"/>
              <a:gd name="csX0" fmla="*/ 0 w 3500370"/>
              <a:gd name="csY0" fmla="*/ 302364 h 1830976"/>
              <a:gd name="csX1" fmla="*/ 499730 w 3500370"/>
              <a:gd name="csY1" fmla="*/ 89712 h 1830976"/>
              <a:gd name="csX2" fmla="*/ 1192349 w 3500370"/>
              <a:gd name="csY2" fmla="*/ 1830930 h 1830976"/>
              <a:gd name="csX3" fmla="*/ 1296588 w 3500370"/>
              <a:gd name="csY3" fmla="*/ 146110 h 1830976"/>
              <a:gd name="csX4" fmla="*/ 1743739 w 3500370"/>
              <a:gd name="csY4" fmla="*/ 344895 h 1830976"/>
              <a:gd name="csX5" fmla="*/ 2120358 w 3500370"/>
              <a:gd name="csY5" fmla="*/ 234848 h 1830976"/>
              <a:gd name="csX6" fmla="*/ 2504811 w 3500370"/>
              <a:gd name="csY6" fmla="*/ 1225460 h 1830976"/>
              <a:gd name="csX7" fmla="*/ 3175841 w 3500370"/>
              <a:gd name="csY7" fmla="*/ 1157903 h 1830976"/>
              <a:gd name="csX8" fmla="*/ 3500370 w 3500370"/>
              <a:gd name="csY8" fmla="*/ 607627 h 1830976"/>
              <a:gd name="csX0" fmla="*/ 0 w 3500370"/>
              <a:gd name="csY0" fmla="*/ 302364 h 1830975"/>
              <a:gd name="csX1" fmla="*/ 499730 w 3500370"/>
              <a:gd name="csY1" fmla="*/ 89712 h 1830975"/>
              <a:gd name="csX2" fmla="*/ 1192349 w 3500370"/>
              <a:gd name="csY2" fmla="*/ 1830930 h 1830975"/>
              <a:gd name="csX3" fmla="*/ 1296588 w 3500370"/>
              <a:gd name="csY3" fmla="*/ 146110 h 1830975"/>
              <a:gd name="csX4" fmla="*/ 1743739 w 3500370"/>
              <a:gd name="csY4" fmla="*/ 344895 h 1830975"/>
              <a:gd name="csX5" fmla="*/ 2159260 w 3500370"/>
              <a:gd name="csY5" fmla="*/ 141774 h 1830975"/>
              <a:gd name="csX6" fmla="*/ 2504811 w 3500370"/>
              <a:gd name="csY6" fmla="*/ 1225460 h 1830975"/>
              <a:gd name="csX7" fmla="*/ 3175841 w 3500370"/>
              <a:gd name="csY7" fmla="*/ 1157903 h 1830975"/>
              <a:gd name="csX8" fmla="*/ 3500370 w 3500370"/>
              <a:gd name="csY8" fmla="*/ 607627 h 1830975"/>
              <a:gd name="csX0" fmla="*/ 0 w 3500370"/>
              <a:gd name="csY0" fmla="*/ 231006 h 1759629"/>
              <a:gd name="csX1" fmla="*/ 534438 w 3500370"/>
              <a:gd name="csY1" fmla="*/ 135857 h 1759629"/>
              <a:gd name="csX2" fmla="*/ 1192349 w 3500370"/>
              <a:gd name="csY2" fmla="*/ 1759572 h 1759629"/>
              <a:gd name="csX3" fmla="*/ 1296588 w 3500370"/>
              <a:gd name="csY3" fmla="*/ 74752 h 1759629"/>
              <a:gd name="csX4" fmla="*/ 1743739 w 3500370"/>
              <a:gd name="csY4" fmla="*/ 273537 h 1759629"/>
              <a:gd name="csX5" fmla="*/ 2159260 w 3500370"/>
              <a:gd name="csY5" fmla="*/ 70416 h 1759629"/>
              <a:gd name="csX6" fmla="*/ 2504811 w 3500370"/>
              <a:gd name="csY6" fmla="*/ 1154102 h 1759629"/>
              <a:gd name="csX7" fmla="*/ 3175841 w 3500370"/>
              <a:gd name="csY7" fmla="*/ 1086545 h 1759629"/>
              <a:gd name="csX8" fmla="*/ 3500370 w 3500370"/>
              <a:gd name="csY8" fmla="*/ 536269 h 1759629"/>
              <a:gd name="csX0" fmla="*/ 0 w 3500370"/>
              <a:gd name="csY0" fmla="*/ 239375 h 1893064"/>
              <a:gd name="csX1" fmla="*/ 534438 w 3500370"/>
              <a:gd name="csY1" fmla="*/ 144226 h 1893064"/>
              <a:gd name="csX2" fmla="*/ 1176901 w 3500370"/>
              <a:gd name="csY2" fmla="*/ 1893012 h 1893064"/>
              <a:gd name="csX3" fmla="*/ 1296588 w 3500370"/>
              <a:gd name="csY3" fmla="*/ 83121 h 1893064"/>
              <a:gd name="csX4" fmla="*/ 1743739 w 3500370"/>
              <a:gd name="csY4" fmla="*/ 281906 h 1893064"/>
              <a:gd name="csX5" fmla="*/ 2159260 w 3500370"/>
              <a:gd name="csY5" fmla="*/ 78785 h 1893064"/>
              <a:gd name="csX6" fmla="*/ 2504811 w 3500370"/>
              <a:gd name="csY6" fmla="*/ 1162471 h 1893064"/>
              <a:gd name="csX7" fmla="*/ 3175841 w 3500370"/>
              <a:gd name="csY7" fmla="*/ 1094914 h 1893064"/>
              <a:gd name="csX8" fmla="*/ 3500370 w 3500370"/>
              <a:gd name="csY8" fmla="*/ 544638 h 1893064"/>
              <a:gd name="csX0" fmla="*/ 0 w 3500370"/>
              <a:gd name="csY0" fmla="*/ 196605 h 1180180"/>
              <a:gd name="csX1" fmla="*/ 534438 w 3500370"/>
              <a:gd name="csY1" fmla="*/ 101456 h 1180180"/>
              <a:gd name="csX2" fmla="*/ 771417 w 3500370"/>
              <a:gd name="csY2" fmla="*/ 606688 h 1180180"/>
              <a:gd name="csX3" fmla="*/ 1296588 w 3500370"/>
              <a:gd name="csY3" fmla="*/ 40351 h 1180180"/>
              <a:gd name="csX4" fmla="*/ 1743739 w 3500370"/>
              <a:gd name="csY4" fmla="*/ 239136 h 1180180"/>
              <a:gd name="csX5" fmla="*/ 2159260 w 3500370"/>
              <a:gd name="csY5" fmla="*/ 36015 h 1180180"/>
              <a:gd name="csX6" fmla="*/ 2504811 w 3500370"/>
              <a:gd name="csY6" fmla="*/ 1119701 h 1180180"/>
              <a:gd name="csX7" fmla="*/ 3175841 w 3500370"/>
              <a:gd name="csY7" fmla="*/ 1052144 h 1180180"/>
              <a:gd name="csX8" fmla="*/ 3500370 w 3500370"/>
              <a:gd name="csY8" fmla="*/ 501868 h 1180180"/>
              <a:gd name="csX0" fmla="*/ 0 w 3500370"/>
              <a:gd name="csY0" fmla="*/ 196605 h 1180180"/>
              <a:gd name="csX1" fmla="*/ 422052 w 3500370"/>
              <a:gd name="csY1" fmla="*/ 19221 h 1180180"/>
              <a:gd name="csX2" fmla="*/ 771417 w 3500370"/>
              <a:gd name="csY2" fmla="*/ 606688 h 1180180"/>
              <a:gd name="csX3" fmla="*/ 1296588 w 3500370"/>
              <a:gd name="csY3" fmla="*/ 40351 h 1180180"/>
              <a:gd name="csX4" fmla="*/ 1743739 w 3500370"/>
              <a:gd name="csY4" fmla="*/ 239136 h 1180180"/>
              <a:gd name="csX5" fmla="*/ 2159260 w 3500370"/>
              <a:gd name="csY5" fmla="*/ 36015 h 1180180"/>
              <a:gd name="csX6" fmla="*/ 2504811 w 3500370"/>
              <a:gd name="csY6" fmla="*/ 1119701 h 1180180"/>
              <a:gd name="csX7" fmla="*/ 3175841 w 3500370"/>
              <a:gd name="csY7" fmla="*/ 1052144 h 1180180"/>
              <a:gd name="csX8" fmla="*/ 3500370 w 3500370"/>
              <a:gd name="csY8" fmla="*/ 501868 h 1180180"/>
              <a:gd name="csX0" fmla="*/ 0 w 3500370"/>
              <a:gd name="csY0" fmla="*/ 238981 h 1222556"/>
              <a:gd name="csX1" fmla="*/ 422052 w 3500370"/>
              <a:gd name="csY1" fmla="*/ 61597 h 1222556"/>
              <a:gd name="csX2" fmla="*/ 771417 w 3500370"/>
              <a:gd name="csY2" fmla="*/ 649064 h 1222556"/>
              <a:gd name="csX3" fmla="*/ 1296588 w 3500370"/>
              <a:gd name="csY3" fmla="*/ 82727 h 1222556"/>
              <a:gd name="csX4" fmla="*/ 1743739 w 3500370"/>
              <a:gd name="csY4" fmla="*/ 281512 h 1222556"/>
              <a:gd name="csX5" fmla="*/ 2159260 w 3500370"/>
              <a:gd name="csY5" fmla="*/ 78391 h 1222556"/>
              <a:gd name="csX6" fmla="*/ 2504811 w 3500370"/>
              <a:gd name="csY6" fmla="*/ 1162077 h 1222556"/>
              <a:gd name="csX7" fmla="*/ 3175841 w 3500370"/>
              <a:gd name="csY7" fmla="*/ 1094520 h 1222556"/>
              <a:gd name="csX8" fmla="*/ 3500370 w 3500370"/>
              <a:gd name="csY8" fmla="*/ 544244 h 1222556"/>
              <a:gd name="csX0" fmla="*/ 0 w 3500370"/>
              <a:gd name="csY0" fmla="*/ 225835 h 1209410"/>
              <a:gd name="csX1" fmla="*/ 447585 w 3500370"/>
              <a:gd name="csY1" fmla="*/ 64173 h 1209410"/>
              <a:gd name="csX2" fmla="*/ 771417 w 3500370"/>
              <a:gd name="csY2" fmla="*/ 635918 h 1209410"/>
              <a:gd name="csX3" fmla="*/ 1296588 w 3500370"/>
              <a:gd name="csY3" fmla="*/ 69581 h 1209410"/>
              <a:gd name="csX4" fmla="*/ 1743739 w 3500370"/>
              <a:gd name="csY4" fmla="*/ 268366 h 1209410"/>
              <a:gd name="csX5" fmla="*/ 2159260 w 3500370"/>
              <a:gd name="csY5" fmla="*/ 65245 h 1209410"/>
              <a:gd name="csX6" fmla="*/ 2504811 w 3500370"/>
              <a:gd name="csY6" fmla="*/ 1148931 h 1209410"/>
              <a:gd name="csX7" fmla="*/ 3175841 w 3500370"/>
              <a:gd name="csY7" fmla="*/ 1081374 h 1209410"/>
              <a:gd name="csX8" fmla="*/ 3500370 w 3500370"/>
              <a:gd name="csY8" fmla="*/ 531098 h 1209410"/>
              <a:gd name="csX0" fmla="*/ 0 w 3500370"/>
              <a:gd name="csY0" fmla="*/ 225835 h 1209410"/>
              <a:gd name="csX1" fmla="*/ 447585 w 3500370"/>
              <a:gd name="csY1" fmla="*/ 64173 h 1209410"/>
              <a:gd name="csX2" fmla="*/ 771417 w 3500370"/>
              <a:gd name="csY2" fmla="*/ 635918 h 1209410"/>
              <a:gd name="csX3" fmla="*/ 1360308 w 3500370"/>
              <a:gd name="csY3" fmla="*/ 76230 h 1209410"/>
              <a:gd name="csX4" fmla="*/ 1743739 w 3500370"/>
              <a:gd name="csY4" fmla="*/ 268366 h 1209410"/>
              <a:gd name="csX5" fmla="*/ 2159260 w 3500370"/>
              <a:gd name="csY5" fmla="*/ 65245 h 1209410"/>
              <a:gd name="csX6" fmla="*/ 2504811 w 3500370"/>
              <a:gd name="csY6" fmla="*/ 1148931 h 1209410"/>
              <a:gd name="csX7" fmla="*/ 3175841 w 3500370"/>
              <a:gd name="csY7" fmla="*/ 1081374 h 1209410"/>
              <a:gd name="csX8" fmla="*/ 3500370 w 3500370"/>
              <a:gd name="csY8" fmla="*/ 531098 h 1209410"/>
              <a:gd name="csX0" fmla="*/ 0 w 3500370"/>
              <a:gd name="csY0" fmla="*/ 225835 h 1209410"/>
              <a:gd name="csX1" fmla="*/ 447585 w 3500370"/>
              <a:gd name="csY1" fmla="*/ 64173 h 1209410"/>
              <a:gd name="csX2" fmla="*/ 771417 w 3500370"/>
              <a:gd name="csY2" fmla="*/ 635918 h 1209410"/>
              <a:gd name="csX3" fmla="*/ 1318191 w 3500370"/>
              <a:gd name="csY3" fmla="*/ 53556 h 1209410"/>
              <a:gd name="csX4" fmla="*/ 1743739 w 3500370"/>
              <a:gd name="csY4" fmla="*/ 268366 h 1209410"/>
              <a:gd name="csX5" fmla="*/ 2159260 w 3500370"/>
              <a:gd name="csY5" fmla="*/ 65245 h 1209410"/>
              <a:gd name="csX6" fmla="*/ 2504811 w 3500370"/>
              <a:gd name="csY6" fmla="*/ 1148931 h 1209410"/>
              <a:gd name="csX7" fmla="*/ 3175841 w 3500370"/>
              <a:gd name="csY7" fmla="*/ 1081374 h 1209410"/>
              <a:gd name="csX8" fmla="*/ 3500370 w 3500370"/>
              <a:gd name="csY8" fmla="*/ 531098 h 1209410"/>
              <a:gd name="csX0" fmla="*/ 0 w 3500370"/>
              <a:gd name="csY0" fmla="*/ 196406 h 1179981"/>
              <a:gd name="csX1" fmla="*/ 447585 w 3500370"/>
              <a:gd name="csY1" fmla="*/ 34744 h 1179981"/>
              <a:gd name="csX2" fmla="*/ 690734 w 3500370"/>
              <a:gd name="csY2" fmla="*/ 668503 h 1179981"/>
              <a:gd name="csX3" fmla="*/ 1318191 w 3500370"/>
              <a:gd name="csY3" fmla="*/ 24127 h 1179981"/>
              <a:gd name="csX4" fmla="*/ 1743739 w 3500370"/>
              <a:gd name="csY4" fmla="*/ 238937 h 1179981"/>
              <a:gd name="csX5" fmla="*/ 2159260 w 3500370"/>
              <a:gd name="csY5" fmla="*/ 35816 h 1179981"/>
              <a:gd name="csX6" fmla="*/ 2504811 w 3500370"/>
              <a:gd name="csY6" fmla="*/ 1119502 h 1179981"/>
              <a:gd name="csX7" fmla="*/ 3175841 w 3500370"/>
              <a:gd name="csY7" fmla="*/ 1051945 h 1179981"/>
              <a:gd name="csX8" fmla="*/ 3500370 w 3500370"/>
              <a:gd name="csY8" fmla="*/ 501669 h 1179981"/>
              <a:gd name="csX0" fmla="*/ 0 w 3500370"/>
              <a:gd name="csY0" fmla="*/ 219494 h 1203069"/>
              <a:gd name="csX1" fmla="*/ 425267 w 3500370"/>
              <a:gd name="csY1" fmla="*/ 20286 h 1203069"/>
              <a:gd name="csX2" fmla="*/ 690734 w 3500370"/>
              <a:gd name="csY2" fmla="*/ 691591 h 1203069"/>
              <a:gd name="csX3" fmla="*/ 1318191 w 3500370"/>
              <a:gd name="csY3" fmla="*/ 47215 h 1203069"/>
              <a:gd name="csX4" fmla="*/ 1743739 w 3500370"/>
              <a:gd name="csY4" fmla="*/ 262025 h 1203069"/>
              <a:gd name="csX5" fmla="*/ 2159260 w 3500370"/>
              <a:gd name="csY5" fmla="*/ 58904 h 1203069"/>
              <a:gd name="csX6" fmla="*/ 2504811 w 3500370"/>
              <a:gd name="csY6" fmla="*/ 1142590 h 1203069"/>
              <a:gd name="csX7" fmla="*/ 3175841 w 3500370"/>
              <a:gd name="csY7" fmla="*/ 1075033 h 1203069"/>
              <a:gd name="csX8" fmla="*/ 3500370 w 3500370"/>
              <a:gd name="csY8" fmla="*/ 524757 h 1203069"/>
              <a:gd name="csX0" fmla="*/ 0 w 3500370"/>
              <a:gd name="csY0" fmla="*/ 237619 h 1221194"/>
              <a:gd name="csX1" fmla="*/ 425267 w 3500370"/>
              <a:gd name="csY1" fmla="*/ 38411 h 1221194"/>
              <a:gd name="csX2" fmla="*/ 690734 w 3500370"/>
              <a:gd name="csY2" fmla="*/ 709716 h 1221194"/>
              <a:gd name="csX3" fmla="*/ 1318191 w 3500370"/>
              <a:gd name="csY3" fmla="*/ 65340 h 1221194"/>
              <a:gd name="csX4" fmla="*/ 1743739 w 3500370"/>
              <a:gd name="csY4" fmla="*/ 280150 h 1221194"/>
              <a:gd name="csX5" fmla="*/ 2159260 w 3500370"/>
              <a:gd name="csY5" fmla="*/ 77029 h 1221194"/>
              <a:gd name="csX6" fmla="*/ 2504811 w 3500370"/>
              <a:gd name="csY6" fmla="*/ 1160715 h 1221194"/>
              <a:gd name="csX7" fmla="*/ 3175841 w 3500370"/>
              <a:gd name="csY7" fmla="*/ 1093158 h 1221194"/>
              <a:gd name="csX8" fmla="*/ 3500370 w 3500370"/>
              <a:gd name="csY8" fmla="*/ 542882 h 12211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500370" h="1221194">
                <a:moveTo>
                  <a:pt x="0" y="237619"/>
                </a:moveTo>
                <a:cubicBezTo>
                  <a:pt x="168348" y="127749"/>
                  <a:pt x="432395" y="-87679"/>
                  <a:pt x="425267" y="38411"/>
                </a:cubicBezTo>
                <a:cubicBezTo>
                  <a:pt x="418139" y="164501"/>
                  <a:pt x="541913" y="705228"/>
                  <a:pt x="690734" y="709716"/>
                </a:cubicBezTo>
                <a:cubicBezTo>
                  <a:pt x="839555" y="714204"/>
                  <a:pt x="1142690" y="136934"/>
                  <a:pt x="1318191" y="65340"/>
                </a:cubicBezTo>
                <a:cubicBezTo>
                  <a:pt x="1493692" y="-6254"/>
                  <a:pt x="1603561" y="278202"/>
                  <a:pt x="1743739" y="280150"/>
                </a:cubicBezTo>
                <a:cubicBezTo>
                  <a:pt x="1883917" y="282098"/>
                  <a:pt x="2032415" y="-69732"/>
                  <a:pt x="2159260" y="77029"/>
                </a:cubicBezTo>
                <a:cubicBezTo>
                  <a:pt x="2286105" y="223790"/>
                  <a:pt x="2335381" y="991360"/>
                  <a:pt x="2504811" y="1160715"/>
                </a:cubicBezTo>
                <a:cubicBezTo>
                  <a:pt x="2674241" y="1330070"/>
                  <a:pt x="3026985" y="1089614"/>
                  <a:pt x="3175841" y="1093158"/>
                </a:cubicBezTo>
                <a:cubicBezTo>
                  <a:pt x="3324697" y="1096702"/>
                  <a:pt x="3372779" y="417063"/>
                  <a:pt x="3500370" y="542882"/>
                </a:cubicBez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4642587C-EAE6-62FD-22E2-2B8028E45CC6}"/>
              </a:ext>
            </a:extLst>
          </p:cNvPr>
          <p:cNvSpPr/>
          <p:nvPr/>
        </p:nvSpPr>
        <p:spPr>
          <a:xfrm rot="1583516">
            <a:off x="8012604" y="4611050"/>
            <a:ext cx="429911" cy="215649"/>
          </a:xfrm>
          <a:custGeom>
            <a:avLst/>
            <a:gdLst>
              <a:gd name="csX0" fmla="*/ 0 w 465129"/>
              <a:gd name="csY0" fmla="*/ 68623 h 137246"/>
              <a:gd name="csX1" fmla="*/ 232565 w 465129"/>
              <a:gd name="csY1" fmla="*/ 0 h 137246"/>
              <a:gd name="csX2" fmla="*/ 465130 w 465129"/>
              <a:gd name="csY2" fmla="*/ 68623 h 137246"/>
              <a:gd name="csX3" fmla="*/ 232565 w 465129"/>
              <a:gd name="csY3" fmla="*/ 137246 h 137246"/>
              <a:gd name="csX4" fmla="*/ 0 w 465129"/>
              <a:gd name="csY4" fmla="*/ 68623 h 137246"/>
              <a:gd name="csX0" fmla="*/ 78 w 465208"/>
              <a:gd name="csY0" fmla="*/ 68623 h 265532"/>
              <a:gd name="csX1" fmla="*/ 232643 w 465208"/>
              <a:gd name="csY1" fmla="*/ 0 h 265532"/>
              <a:gd name="csX2" fmla="*/ 465208 w 465208"/>
              <a:gd name="csY2" fmla="*/ 68623 h 265532"/>
              <a:gd name="csX3" fmla="*/ 253047 w 465208"/>
              <a:gd name="csY3" fmla="*/ 265532 h 265532"/>
              <a:gd name="csX4" fmla="*/ 78 w 465208"/>
              <a:gd name="csY4" fmla="*/ 68623 h 265532"/>
              <a:gd name="csX0" fmla="*/ 59 w 451463"/>
              <a:gd name="csY0" fmla="*/ 114669 h 266836"/>
              <a:gd name="csX1" fmla="*/ 218898 w 451463"/>
              <a:gd name="csY1" fmla="*/ 953 h 266836"/>
              <a:gd name="csX2" fmla="*/ 451463 w 451463"/>
              <a:gd name="csY2" fmla="*/ 69576 h 266836"/>
              <a:gd name="csX3" fmla="*/ 239302 w 451463"/>
              <a:gd name="csY3" fmla="*/ 266485 h 266836"/>
              <a:gd name="csX4" fmla="*/ 59 w 451463"/>
              <a:gd name="csY4" fmla="*/ 114669 h 266836"/>
              <a:gd name="csX0" fmla="*/ 319 w 451723"/>
              <a:gd name="csY0" fmla="*/ 54659 h 206775"/>
              <a:gd name="csX1" fmla="*/ 194523 w 451723"/>
              <a:gd name="csY1" fmla="*/ 65628 h 206775"/>
              <a:gd name="csX2" fmla="*/ 451723 w 451723"/>
              <a:gd name="csY2" fmla="*/ 9566 h 206775"/>
              <a:gd name="csX3" fmla="*/ 239562 w 451723"/>
              <a:gd name="csY3" fmla="*/ 206475 h 206775"/>
              <a:gd name="csX4" fmla="*/ 319 w 451723"/>
              <a:gd name="csY4" fmla="*/ 54659 h 206775"/>
              <a:gd name="csX0" fmla="*/ 296 w 385572"/>
              <a:gd name="csY0" fmla="*/ 9506 h 161930"/>
              <a:gd name="csX1" fmla="*/ 194500 w 385572"/>
              <a:gd name="csY1" fmla="*/ 20475 h 161930"/>
              <a:gd name="csX2" fmla="*/ 385572 w 385572"/>
              <a:gd name="csY2" fmla="*/ 57783 h 161930"/>
              <a:gd name="csX3" fmla="*/ 239539 w 385572"/>
              <a:gd name="csY3" fmla="*/ 161322 h 161930"/>
              <a:gd name="csX4" fmla="*/ 296 w 385572"/>
              <a:gd name="csY4" fmla="*/ 9506 h 161930"/>
              <a:gd name="csX0" fmla="*/ 303 w 409900"/>
              <a:gd name="csY0" fmla="*/ 8903 h 160886"/>
              <a:gd name="csX1" fmla="*/ 194507 w 409900"/>
              <a:gd name="csY1" fmla="*/ 19872 h 160886"/>
              <a:gd name="csX2" fmla="*/ 409900 w 409900"/>
              <a:gd name="csY2" fmla="*/ 36460 h 160886"/>
              <a:gd name="csX3" fmla="*/ 239546 w 409900"/>
              <a:gd name="csY3" fmla="*/ 160719 h 160886"/>
              <a:gd name="csX4" fmla="*/ 303 w 409900"/>
              <a:gd name="csY4" fmla="*/ 8903 h 160886"/>
              <a:gd name="csX0" fmla="*/ 7 w 409604"/>
              <a:gd name="csY0" fmla="*/ 1579 h 153562"/>
              <a:gd name="csX1" fmla="*/ 232153 w 409604"/>
              <a:gd name="csY1" fmla="*/ 71577 h 153562"/>
              <a:gd name="csX2" fmla="*/ 409604 w 409604"/>
              <a:gd name="csY2" fmla="*/ 29136 h 153562"/>
              <a:gd name="csX3" fmla="*/ 239250 w 409604"/>
              <a:gd name="csY3" fmla="*/ 153395 h 153562"/>
              <a:gd name="csX4" fmla="*/ 7 w 409604"/>
              <a:gd name="csY4" fmla="*/ 1579 h 153562"/>
              <a:gd name="csX0" fmla="*/ 7 w 409604"/>
              <a:gd name="csY0" fmla="*/ 1579 h 154348"/>
              <a:gd name="csX1" fmla="*/ 232153 w 409604"/>
              <a:gd name="csY1" fmla="*/ 71577 h 154348"/>
              <a:gd name="csX2" fmla="*/ 409604 w 409604"/>
              <a:gd name="csY2" fmla="*/ 29136 h 154348"/>
              <a:gd name="csX3" fmla="*/ 239250 w 409604"/>
              <a:gd name="csY3" fmla="*/ 153395 h 154348"/>
              <a:gd name="csX4" fmla="*/ 7 w 409604"/>
              <a:gd name="csY4" fmla="*/ 1579 h 154348"/>
              <a:gd name="csX0" fmla="*/ 7 w 390635"/>
              <a:gd name="csY0" fmla="*/ 45140 h 135237"/>
              <a:gd name="csX1" fmla="*/ 213184 w 390635"/>
              <a:gd name="csY1" fmla="*/ 53132 h 135237"/>
              <a:gd name="csX2" fmla="*/ 390635 w 390635"/>
              <a:gd name="csY2" fmla="*/ 10691 h 135237"/>
              <a:gd name="csX3" fmla="*/ 220281 w 390635"/>
              <a:gd name="csY3" fmla="*/ 134950 h 135237"/>
              <a:gd name="csX4" fmla="*/ 7 w 390635"/>
              <a:gd name="csY4" fmla="*/ 45140 h 135237"/>
              <a:gd name="csX0" fmla="*/ 16 w 390644"/>
              <a:gd name="csY0" fmla="*/ 45140 h 155806"/>
              <a:gd name="csX1" fmla="*/ 213193 w 390644"/>
              <a:gd name="csY1" fmla="*/ 53132 h 155806"/>
              <a:gd name="csX2" fmla="*/ 390644 w 390644"/>
              <a:gd name="csY2" fmla="*/ 10691 h 155806"/>
              <a:gd name="csX3" fmla="*/ 202575 w 390644"/>
              <a:gd name="csY3" fmla="*/ 155567 h 155806"/>
              <a:gd name="csX4" fmla="*/ 16 w 390644"/>
              <a:gd name="csY4" fmla="*/ 45140 h 155806"/>
              <a:gd name="csX0" fmla="*/ 5 w 390633"/>
              <a:gd name="csY0" fmla="*/ 43252 h 153910"/>
              <a:gd name="csX1" fmla="*/ 208282 w 390633"/>
              <a:gd name="csY1" fmla="*/ 73036 h 153910"/>
              <a:gd name="csX2" fmla="*/ 390633 w 390633"/>
              <a:gd name="csY2" fmla="*/ 8803 h 153910"/>
              <a:gd name="csX3" fmla="*/ 202564 w 390633"/>
              <a:gd name="csY3" fmla="*/ 153679 h 153910"/>
              <a:gd name="csX4" fmla="*/ 5 w 390633"/>
              <a:gd name="csY4" fmla="*/ 43252 h 153910"/>
              <a:gd name="csX0" fmla="*/ 5 w 345597"/>
              <a:gd name="csY0" fmla="*/ 7545 h 117978"/>
              <a:gd name="csX1" fmla="*/ 208282 w 345597"/>
              <a:gd name="csY1" fmla="*/ 37329 h 117978"/>
              <a:gd name="csX2" fmla="*/ 345597 w 345597"/>
              <a:gd name="csY2" fmla="*/ 12013 h 117978"/>
              <a:gd name="csX3" fmla="*/ 202564 w 345597"/>
              <a:gd name="csY3" fmla="*/ 117972 h 117978"/>
              <a:gd name="csX4" fmla="*/ 5 w 345597"/>
              <a:gd name="csY4" fmla="*/ 7545 h 117978"/>
              <a:gd name="csX0" fmla="*/ 5 w 345597"/>
              <a:gd name="csY0" fmla="*/ 6638 h 117071"/>
              <a:gd name="csX1" fmla="*/ 208282 w 345597"/>
              <a:gd name="csY1" fmla="*/ 36422 h 117071"/>
              <a:gd name="csX2" fmla="*/ 345597 w 345597"/>
              <a:gd name="csY2" fmla="*/ 11106 h 117071"/>
              <a:gd name="csX3" fmla="*/ 202564 w 345597"/>
              <a:gd name="csY3" fmla="*/ 117065 h 117071"/>
              <a:gd name="csX4" fmla="*/ 5 w 345597"/>
              <a:gd name="csY4" fmla="*/ 6638 h 117071"/>
              <a:gd name="csX0" fmla="*/ 5 w 351513"/>
              <a:gd name="csY0" fmla="*/ 11463 h 121894"/>
              <a:gd name="csX1" fmla="*/ 345597 w 351513"/>
              <a:gd name="csY1" fmla="*/ 15931 h 121894"/>
              <a:gd name="csX2" fmla="*/ 202564 w 351513"/>
              <a:gd name="csY2" fmla="*/ 121890 h 121894"/>
              <a:gd name="csX3" fmla="*/ 5 w 351513"/>
              <a:gd name="csY3" fmla="*/ 11463 h 121894"/>
              <a:gd name="csX0" fmla="*/ 5 w 351513"/>
              <a:gd name="csY0" fmla="*/ 2330 h 112761"/>
              <a:gd name="csX1" fmla="*/ 345597 w 351513"/>
              <a:gd name="csY1" fmla="*/ 6798 h 112761"/>
              <a:gd name="csX2" fmla="*/ 202564 w 351513"/>
              <a:gd name="csY2" fmla="*/ 112757 h 112761"/>
              <a:gd name="csX3" fmla="*/ 5 w 351513"/>
              <a:gd name="csY3" fmla="*/ 2330 h 112761"/>
              <a:gd name="csX0" fmla="*/ 2228 w 353799"/>
              <a:gd name="csY0" fmla="*/ 2871 h 127075"/>
              <a:gd name="csX1" fmla="*/ 347820 w 353799"/>
              <a:gd name="csY1" fmla="*/ 7339 h 127075"/>
              <a:gd name="csX2" fmla="*/ 206331 w 353799"/>
              <a:gd name="csY2" fmla="*/ 127071 h 127075"/>
              <a:gd name="csX3" fmla="*/ 2228 w 353799"/>
              <a:gd name="csY3" fmla="*/ 2871 h 1270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53799" h="127075">
                <a:moveTo>
                  <a:pt x="2228" y="2871"/>
                </a:moveTo>
                <a:cubicBezTo>
                  <a:pt x="25810" y="-17084"/>
                  <a:pt x="230359" y="75962"/>
                  <a:pt x="347820" y="7339"/>
                </a:cubicBezTo>
                <a:cubicBezTo>
                  <a:pt x="381580" y="25744"/>
                  <a:pt x="263930" y="127816"/>
                  <a:pt x="206331" y="127071"/>
                </a:cubicBezTo>
                <a:cubicBezTo>
                  <a:pt x="148732" y="126326"/>
                  <a:pt x="-21354" y="22826"/>
                  <a:pt x="2228" y="2871"/>
                </a:cubicBezTo>
                <a:close/>
              </a:path>
            </a:pathLst>
          </a:custGeom>
          <a:pattFill prst="lgConfetti">
            <a:fgClr>
              <a:srgbClr val="FFC000"/>
            </a:fgClr>
            <a:bgClr>
              <a:schemeClr val="bg1"/>
            </a:bgClr>
          </a:pattFill>
          <a:ln>
            <a:solidFill>
              <a:srgbClr val="5B280D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8 w 497720"/>
                      <a:gd name="csY0" fmla="*/ 2679 h 261931"/>
                      <a:gd name="csX1" fmla="*/ 282094 w 497720"/>
                      <a:gd name="csY1" fmla="*/ 121467 h 261931"/>
                      <a:gd name="csX2" fmla="*/ 497720 w 497720"/>
                      <a:gd name="csY2" fmla="*/ 49444 h 261931"/>
                      <a:gd name="csX3" fmla="*/ 290718 w 497720"/>
                      <a:gd name="csY3" fmla="*/ 260313 h 261931"/>
                      <a:gd name="csX4" fmla="*/ 8 w 497720"/>
                      <a:gd name="csY4" fmla="*/ 2679 h 2619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97720" h="261931" fill="none" extrusionOk="0">
                        <a:moveTo>
                          <a:pt x="8" y="2679"/>
                        </a:moveTo>
                        <a:cubicBezTo>
                          <a:pt x="5795" y="-19604"/>
                          <a:pt x="205988" y="99586"/>
                          <a:pt x="282094" y="121467"/>
                        </a:cubicBezTo>
                        <a:cubicBezTo>
                          <a:pt x="356247" y="127914"/>
                          <a:pt x="488116" y="-5829"/>
                          <a:pt x="497720" y="49444"/>
                        </a:cubicBezTo>
                        <a:cubicBezTo>
                          <a:pt x="497251" y="109283"/>
                          <a:pt x="401702" y="305449"/>
                          <a:pt x="290718" y="260313"/>
                        </a:cubicBezTo>
                        <a:cubicBezTo>
                          <a:pt x="165143" y="242616"/>
                          <a:pt x="2999" y="26194"/>
                          <a:pt x="8" y="2679"/>
                        </a:cubicBezTo>
                        <a:close/>
                      </a:path>
                      <a:path w="497720" h="261931" stroke="0" extrusionOk="0">
                        <a:moveTo>
                          <a:pt x="8" y="2679"/>
                        </a:moveTo>
                        <a:cubicBezTo>
                          <a:pt x="-5842" y="-23183"/>
                          <a:pt x="191163" y="116667"/>
                          <a:pt x="282094" y="121467"/>
                        </a:cubicBezTo>
                        <a:cubicBezTo>
                          <a:pt x="380168" y="132444"/>
                          <a:pt x="493334" y="-14732"/>
                          <a:pt x="497720" y="49444"/>
                        </a:cubicBezTo>
                        <a:cubicBezTo>
                          <a:pt x="490852" y="120466"/>
                          <a:pt x="416270" y="300497"/>
                          <a:pt x="290718" y="260313"/>
                        </a:cubicBezTo>
                        <a:cubicBezTo>
                          <a:pt x="156436" y="237806"/>
                          <a:pt x="2814" y="26474"/>
                          <a:pt x="8" y="267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Freeform 102">
            <a:extLst>
              <a:ext uri="{FF2B5EF4-FFF2-40B4-BE49-F238E27FC236}">
                <a16:creationId xmlns:a16="http://schemas.microsoft.com/office/drawing/2014/main" id="{F29898CA-EEDD-9A8B-33EF-33BBCED76420}"/>
              </a:ext>
            </a:extLst>
          </p:cNvPr>
          <p:cNvSpPr/>
          <p:nvPr/>
        </p:nvSpPr>
        <p:spPr>
          <a:xfrm rot="583769">
            <a:off x="7575083" y="5506547"/>
            <a:ext cx="1743741" cy="112828"/>
          </a:xfrm>
          <a:custGeom>
            <a:avLst/>
            <a:gdLst>
              <a:gd name="csX0" fmla="*/ 0 w 3455582"/>
              <a:gd name="csY0" fmla="*/ 212977 h 319302"/>
              <a:gd name="csX1" fmla="*/ 499730 w 3455582"/>
              <a:gd name="csY1" fmla="*/ 325 h 319302"/>
              <a:gd name="csX2" fmla="*/ 978196 w 3455582"/>
              <a:gd name="csY2" fmla="*/ 255507 h 319302"/>
              <a:gd name="csX3" fmla="*/ 1371600 w 3455582"/>
              <a:gd name="csY3" fmla="*/ 10958 h 319302"/>
              <a:gd name="csX4" fmla="*/ 1743740 w 3455582"/>
              <a:gd name="csY4" fmla="*/ 255507 h 319302"/>
              <a:gd name="csX5" fmla="*/ 2126512 w 3455582"/>
              <a:gd name="csY5" fmla="*/ 32223 h 319302"/>
              <a:gd name="csX6" fmla="*/ 2562447 w 3455582"/>
              <a:gd name="csY6" fmla="*/ 298037 h 319302"/>
              <a:gd name="csX7" fmla="*/ 3051544 w 3455582"/>
              <a:gd name="csY7" fmla="*/ 64121 h 319302"/>
              <a:gd name="csX8" fmla="*/ 3455582 w 3455582"/>
              <a:gd name="csY8" fmla="*/ 319302 h 319302"/>
              <a:gd name="csX0" fmla="*/ 0 w 3051544"/>
              <a:gd name="csY0" fmla="*/ 212977 h 298123"/>
              <a:gd name="csX1" fmla="*/ 499730 w 3051544"/>
              <a:gd name="csY1" fmla="*/ 325 h 298123"/>
              <a:gd name="csX2" fmla="*/ 978196 w 3051544"/>
              <a:gd name="csY2" fmla="*/ 255507 h 298123"/>
              <a:gd name="csX3" fmla="*/ 1371600 w 3051544"/>
              <a:gd name="csY3" fmla="*/ 10958 h 298123"/>
              <a:gd name="csX4" fmla="*/ 1743740 w 3051544"/>
              <a:gd name="csY4" fmla="*/ 255507 h 298123"/>
              <a:gd name="csX5" fmla="*/ 2126512 w 3051544"/>
              <a:gd name="csY5" fmla="*/ 32223 h 298123"/>
              <a:gd name="csX6" fmla="*/ 2562447 w 3051544"/>
              <a:gd name="csY6" fmla="*/ 298037 h 298123"/>
              <a:gd name="csX7" fmla="*/ 3051544 w 3051544"/>
              <a:gd name="csY7" fmla="*/ 64121 h 298123"/>
              <a:gd name="csX0" fmla="*/ 0 w 2562447"/>
              <a:gd name="csY0" fmla="*/ 212977 h 298037"/>
              <a:gd name="csX1" fmla="*/ 499730 w 2562447"/>
              <a:gd name="csY1" fmla="*/ 325 h 298037"/>
              <a:gd name="csX2" fmla="*/ 978196 w 2562447"/>
              <a:gd name="csY2" fmla="*/ 255507 h 298037"/>
              <a:gd name="csX3" fmla="*/ 1371600 w 2562447"/>
              <a:gd name="csY3" fmla="*/ 10958 h 298037"/>
              <a:gd name="csX4" fmla="*/ 1743740 w 2562447"/>
              <a:gd name="csY4" fmla="*/ 255507 h 298037"/>
              <a:gd name="csX5" fmla="*/ 2126512 w 2562447"/>
              <a:gd name="csY5" fmla="*/ 32223 h 298037"/>
              <a:gd name="csX6" fmla="*/ 2562447 w 2562447"/>
              <a:gd name="csY6" fmla="*/ 298037 h 298037"/>
              <a:gd name="csX0" fmla="*/ 0 w 2126512"/>
              <a:gd name="csY0" fmla="*/ 212977 h 255545"/>
              <a:gd name="csX1" fmla="*/ 499730 w 2126512"/>
              <a:gd name="csY1" fmla="*/ 325 h 255545"/>
              <a:gd name="csX2" fmla="*/ 978196 w 2126512"/>
              <a:gd name="csY2" fmla="*/ 255507 h 255545"/>
              <a:gd name="csX3" fmla="*/ 1371600 w 2126512"/>
              <a:gd name="csY3" fmla="*/ 10958 h 255545"/>
              <a:gd name="csX4" fmla="*/ 1743740 w 2126512"/>
              <a:gd name="csY4" fmla="*/ 255507 h 255545"/>
              <a:gd name="csX5" fmla="*/ 2126512 w 2126512"/>
              <a:gd name="csY5" fmla="*/ 32223 h 255545"/>
              <a:gd name="csX0" fmla="*/ 0 w 1743740"/>
              <a:gd name="csY0" fmla="*/ 212977 h 255516"/>
              <a:gd name="csX1" fmla="*/ 499730 w 1743740"/>
              <a:gd name="csY1" fmla="*/ 325 h 255516"/>
              <a:gd name="csX2" fmla="*/ 978196 w 1743740"/>
              <a:gd name="csY2" fmla="*/ 255507 h 255516"/>
              <a:gd name="csX3" fmla="*/ 1371600 w 1743740"/>
              <a:gd name="csY3" fmla="*/ 10958 h 255516"/>
              <a:gd name="csX4" fmla="*/ 1743740 w 1743740"/>
              <a:gd name="csY4" fmla="*/ 255507 h 255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43740" h="255516">
                <a:moveTo>
                  <a:pt x="0" y="212977"/>
                </a:moveTo>
                <a:cubicBezTo>
                  <a:pt x="168348" y="103107"/>
                  <a:pt x="336697" y="-6763"/>
                  <a:pt x="499730" y="325"/>
                </a:cubicBezTo>
                <a:cubicBezTo>
                  <a:pt x="662763" y="7413"/>
                  <a:pt x="832884" y="253735"/>
                  <a:pt x="978196" y="255507"/>
                </a:cubicBezTo>
                <a:cubicBezTo>
                  <a:pt x="1123508" y="257279"/>
                  <a:pt x="1244009" y="10958"/>
                  <a:pt x="1371600" y="10958"/>
                </a:cubicBezTo>
                <a:cubicBezTo>
                  <a:pt x="1499191" y="10958"/>
                  <a:pt x="1617921" y="251963"/>
                  <a:pt x="1743740" y="255507"/>
                </a:cubicBezTo>
              </a:path>
            </a:pathLst>
          </a:custGeom>
          <a:noFill/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401C3F1-F482-75A7-6747-C0A722C91C36}"/>
              </a:ext>
            </a:extLst>
          </p:cNvPr>
          <p:cNvCxnSpPr>
            <a:cxnSpLocks/>
          </p:cNvCxnSpPr>
          <p:nvPr/>
        </p:nvCxnSpPr>
        <p:spPr>
          <a:xfrm>
            <a:off x="9304731" y="5301262"/>
            <a:ext cx="0" cy="43649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535C747E-41F5-B337-4F38-6D5B900BF9B7}"/>
              </a:ext>
            </a:extLst>
          </p:cNvPr>
          <p:cNvCxnSpPr>
            <a:cxnSpLocks/>
          </p:cNvCxnSpPr>
          <p:nvPr/>
        </p:nvCxnSpPr>
        <p:spPr>
          <a:xfrm>
            <a:off x="8277687" y="5054630"/>
            <a:ext cx="0" cy="43292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A49FE8C5-611C-B268-338D-9B9F892DD772}"/>
              </a:ext>
            </a:extLst>
          </p:cNvPr>
          <p:cNvSpPr txBox="1"/>
          <p:nvPr/>
        </p:nvSpPr>
        <p:spPr>
          <a:xfrm>
            <a:off x="7528988" y="4397162"/>
            <a:ext cx="6715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dirty="0">
                <a:latin typeface=""/>
              </a:rPr>
              <a:t>thaw slump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049991D-FAD2-BE5D-BA16-5C97D5D73114}"/>
              </a:ext>
            </a:extLst>
          </p:cNvPr>
          <p:cNvSpPr txBox="1"/>
          <p:nvPr/>
        </p:nvSpPr>
        <p:spPr>
          <a:xfrm>
            <a:off x="9874268" y="4932343"/>
            <a:ext cx="96629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dirty="0">
                <a:latin typeface=""/>
              </a:rPr>
              <a:t>thaw lake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17590A1-F467-FE4E-D015-903312140A4E}"/>
              </a:ext>
            </a:extLst>
          </p:cNvPr>
          <p:cNvSpPr txBox="1"/>
          <p:nvPr/>
        </p:nvSpPr>
        <p:spPr>
          <a:xfrm>
            <a:off x="9136570" y="4147744"/>
            <a:ext cx="190093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400" dirty="0">
                <a:latin typeface=""/>
              </a:rPr>
              <a:t>pronounced surface reorganization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918110C-73C3-D855-589B-C66BBB9F0868}"/>
              </a:ext>
            </a:extLst>
          </p:cNvPr>
          <p:cNvSpPr txBox="1"/>
          <p:nvPr/>
        </p:nvSpPr>
        <p:spPr>
          <a:xfrm>
            <a:off x="9989942" y="5865978"/>
            <a:ext cx="52795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dirty="0">
                <a:latin typeface=""/>
              </a:rPr>
              <a:t>talik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51CD7BD-2A55-7AF8-BB0B-708A993A5F49}"/>
              </a:ext>
            </a:extLst>
          </p:cNvPr>
          <p:cNvSpPr txBox="1"/>
          <p:nvPr/>
        </p:nvSpPr>
        <p:spPr>
          <a:xfrm>
            <a:off x="7721893" y="5745068"/>
            <a:ext cx="157380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dirty="0">
                <a:latin typeface=""/>
              </a:rPr>
              <a:t>excess ground ice consumed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14A9FD15-38FF-D972-DB4F-3BBB47D451CA}"/>
              </a:ext>
            </a:extLst>
          </p:cNvPr>
          <p:cNvCxnSpPr>
            <a:cxnSpLocks/>
          </p:cNvCxnSpPr>
          <p:nvPr/>
        </p:nvCxnSpPr>
        <p:spPr>
          <a:xfrm>
            <a:off x="10614312" y="5562961"/>
            <a:ext cx="3874" cy="87201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902ABE-82FD-B585-7E0A-64A930F41A8C}"/>
              </a:ext>
            </a:extLst>
          </p:cNvPr>
          <p:cNvCxnSpPr>
            <a:stCxn id="92" idx="3"/>
            <a:endCxn id="48" idx="1"/>
          </p:cNvCxnSpPr>
          <p:nvPr/>
        </p:nvCxnSpPr>
        <p:spPr>
          <a:xfrm flipV="1">
            <a:off x="4383275" y="5310154"/>
            <a:ext cx="3199782" cy="65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9315726-9EF6-A88B-CE98-7B0794455928}"/>
              </a:ext>
            </a:extLst>
          </p:cNvPr>
          <p:cNvSpPr txBox="1"/>
          <p:nvPr/>
        </p:nvSpPr>
        <p:spPr>
          <a:xfrm>
            <a:off x="1032237" y="419768"/>
            <a:ext cx="342970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>
                <a:latin typeface=""/>
              </a:rPr>
              <a:t>Ice-poor permafrost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12D849E-9284-8492-B868-217121FDC2D6}"/>
              </a:ext>
            </a:extLst>
          </p:cNvPr>
          <p:cNvGrpSpPr/>
          <p:nvPr/>
        </p:nvGrpSpPr>
        <p:grpSpPr>
          <a:xfrm>
            <a:off x="940407" y="882682"/>
            <a:ext cx="3473805" cy="2292899"/>
            <a:chOff x="430044" y="638132"/>
            <a:chExt cx="3473805" cy="229289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854E152-129F-E07C-B110-459582C09716}"/>
                </a:ext>
              </a:extLst>
            </p:cNvPr>
            <p:cNvSpPr/>
            <p:nvPr/>
          </p:nvSpPr>
          <p:spPr>
            <a:xfrm>
              <a:off x="443203" y="638132"/>
              <a:ext cx="3429709" cy="22928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A04FCB5-7CBC-365A-42BD-DE2B16352469}"/>
                </a:ext>
              </a:extLst>
            </p:cNvPr>
            <p:cNvSpPr/>
            <p:nvPr/>
          </p:nvSpPr>
          <p:spPr>
            <a:xfrm rot="583769">
              <a:off x="448266" y="976228"/>
              <a:ext cx="3455583" cy="230455"/>
            </a:xfrm>
            <a:custGeom>
              <a:avLst/>
              <a:gdLst>
                <a:gd name="csX0" fmla="*/ 0 w 3455582"/>
                <a:gd name="csY0" fmla="*/ 212977 h 319302"/>
                <a:gd name="csX1" fmla="*/ 499730 w 3455582"/>
                <a:gd name="csY1" fmla="*/ 325 h 319302"/>
                <a:gd name="csX2" fmla="*/ 978196 w 3455582"/>
                <a:gd name="csY2" fmla="*/ 255507 h 319302"/>
                <a:gd name="csX3" fmla="*/ 1371600 w 3455582"/>
                <a:gd name="csY3" fmla="*/ 10958 h 319302"/>
                <a:gd name="csX4" fmla="*/ 1743740 w 3455582"/>
                <a:gd name="csY4" fmla="*/ 255507 h 319302"/>
                <a:gd name="csX5" fmla="*/ 2126512 w 3455582"/>
                <a:gd name="csY5" fmla="*/ 32223 h 319302"/>
                <a:gd name="csX6" fmla="*/ 2562447 w 3455582"/>
                <a:gd name="csY6" fmla="*/ 298037 h 319302"/>
                <a:gd name="csX7" fmla="*/ 3051544 w 3455582"/>
                <a:gd name="csY7" fmla="*/ 64121 h 319302"/>
                <a:gd name="csX8" fmla="*/ 3455582 w 3455582"/>
                <a:gd name="csY8" fmla="*/ 319302 h 319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55582" h="319302">
                  <a:moveTo>
                    <a:pt x="0" y="212977"/>
                  </a:moveTo>
                  <a:cubicBezTo>
                    <a:pt x="168348" y="103107"/>
                    <a:pt x="336697" y="-6763"/>
                    <a:pt x="499730" y="325"/>
                  </a:cubicBezTo>
                  <a:cubicBezTo>
                    <a:pt x="662763" y="7413"/>
                    <a:pt x="832884" y="253735"/>
                    <a:pt x="978196" y="255507"/>
                  </a:cubicBezTo>
                  <a:cubicBezTo>
                    <a:pt x="1123508" y="257279"/>
                    <a:pt x="1244009" y="10958"/>
                    <a:pt x="1371600" y="10958"/>
                  </a:cubicBezTo>
                  <a:cubicBezTo>
                    <a:pt x="1499191" y="10958"/>
                    <a:pt x="1617921" y="251963"/>
                    <a:pt x="1743740" y="255507"/>
                  </a:cubicBezTo>
                  <a:cubicBezTo>
                    <a:pt x="1869559" y="259051"/>
                    <a:pt x="1990061" y="25135"/>
                    <a:pt x="2126512" y="32223"/>
                  </a:cubicBezTo>
                  <a:cubicBezTo>
                    <a:pt x="2262963" y="39311"/>
                    <a:pt x="2408275" y="292721"/>
                    <a:pt x="2562447" y="298037"/>
                  </a:cubicBezTo>
                  <a:cubicBezTo>
                    <a:pt x="2716619" y="303353"/>
                    <a:pt x="2902688" y="60577"/>
                    <a:pt x="3051544" y="64121"/>
                  </a:cubicBezTo>
                  <a:cubicBezTo>
                    <a:pt x="3200400" y="67665"/>
                    <a:pt x="3327991" y="193483"/>
                    <a:pt x="3455582" y="319302"/>
                  </a:cubicBezTo>
                </a:path>
              </a:pathLst>
            </a:custGeom>
            <a:noFill/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488372D-AD3C-B005-8933-497AE6DD96ED}"/>
                </a:ext>
              </a:extLst>
            </p:cNvPr>
            <p:cNvSpPr/>
            <p:nvPr/>
          </p:nvSpPr>
          <p:spPr>
            <a:xfrm rot="583769">
              <a:off x="430044" y="1653223"/>
              <a:ext cx="3455583" cy="140994"/>
            </a:xfrm>
            <a:custGeom>
              <a:avLst/>
              <a:gdLst>
                <a:gd name="csX0" fmla="*/ 0 w 3455582"/>
                <a:gd name="csY0" fmla="*/ 212977 h 319302"/>
                <a:gd name="csX1" fmla="*/ 499730 w 3455582"/>
                <a:gd name="csY1" fmla="*/ 325 h 319302"/>
                <a:gd name="csX2" fmla="*/ 978196 w 3455582"/>
                <a:gd name="csY2" fmla="*/ 255507 h 319302"/>
                <a:gd name="csX3" fmla="*/ 1371600 w 3455582"/>
                <a:gd name="csY3" fmla="*/ 10958 h 319302"/>
                <a:gd name="csX4" fmla="*/ 1743740 w 3455582"/>
                <a:gd name="csY4" fmla="*/ 255507 h 319302"/>
                <a:gd name="csX5" fmla="*/ 2126512 w 3455582"/>
                <a:gd name="csY5" fmla="*/ 32223 h 319302"/>
                <a:gd name="csX6" fmla="*/ 2562447 w 3455582"/>
                <a:gd name="csY6" fmla="*/ 298037 h 319302"/>
                <a:gd name="csX7" fmla="*/ 3051544 w 3455582"/>
                <a:gd name="csY7" fmla="*/ 64121 h 319302"/>
                <a:gd name="csX8" fmla="*/ 3455582 w 3455582"/>
                <a:gd name="csY8" fmla="*/ 319302 h 319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55582" h="319302">
                  <a:moveTo>
                    <a:pt x="0" y="212977"/>
                  </a:moveTo>
                  <a:cubicBezTo>
                    <a:pt x="168348" y="103107"/>
                    <a:pt x="336697" y="-6763"/>
                    <a:pt x="499730" y="325"/>
                  </a:cubicBezTo>
                  <a:cubicBezTo>
                    <a:pt x="662763" y="7413"/>
                    <a:pt x="832884" y="253735"/>
                    <a:pt x="978196" y="255507"/>
                  </a:cubicBezTo>
                  <a:cubicBezTo>
                    <a:pt x="1123508" y="257279"/>
                    <a:pt x="1244009" y="10958"/>
                    <a:pt x="1371600" y="10958"/>
                  </a:cubicBezTo>
                  <a:cubicBezTo>
                    <a:pt x="1499191" y="10958"/>
                    <a:pt x="1617921" y="251963"/>
                    <a:pt x="1743740" y="255507"/>
                  </a:cubicBezTo>
                  <a:cubicBezTo>
                    <a:pt x="1869559" y="259051"/>
                    <a:pt x="1990061" y="25135"/>
                    <a:pt x="2126512" y="32223"/>
                  </a:cubicBezTo>
                  <a:cubicBezTo>
                    <a:pt x="2262963" y="39311"/>
                    <a:pt x="2408275" y="292721"/>
                    <a:pt x="2562447" y="298037"/>
                  </a:cubicBezTo>
                  <a:cubicBezTo>
                    <a:pt x="2716619" y="303353"/>
                    <a:pt x="2902688" y="60577"/>
                    <a:pt x="3051544" y="64121"/>
                  </a:cubicBezTo>
                  <a:cubicBezTo>
                    <a:pt x="3200400" y="67665"/>
                    <a:pt x="3327991" y="193483"/>
                    <a:pt x="3455582" y="319302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C130289-B5D6-DC52-D4C1-E0F02B3E0C33}"/>
                </a:ext>
              </a:extLst>
            </p:cNvPr>
            <p:cNvSpPr txBox="1"/>
            <p:nvPr/>
          </p:nvSpPr>
          <p:spPr>
            <a:xfrm>
              <a:off x="1338027" y="1240375"/>
              <a:ext cx="174752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dirty="0">
                  <a:latin typeface=""/>
                </a:rPr>
                <a:t>active layer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DCA69B-4D89-158C-7625-2A192389CAFE}"/>
                </a:ext>
              </a:extLst>
            </p:cNvPr>
            <p:cNvSpPr txBox="1"/>
            <p:nvPr/>
          </p:nvSpPr>
          <p:spPr>
            <a:xfrm>
              <a:off x="1442389" y="1887157"/>
              <a:ext cx="174752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dirty="0">
                  <a:latin typeface=""/>
                </a:rPr>
                <a:t>permafrost</a:t>
              </a: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9213716-ED12-6A97-89A6-09412A725928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4383275" y="2029132"/>
            <a:ext cx="3200647" cy="64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E00EB03-AF4E-C603-982A-18493E3F89E6}"/>
              </a:ext>
            </a:extLst>
          </p:cNvPr>
          <p:cNvSpPr txBox="1"/>
          <p:nvPr/>
        </p:nvSpPr>
        <p:spPr>
          <a:xfrm>
            <a:off x="8069249" y="6466838"/>
            <a:ext cx="139385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dirty="0">
                <a:latin typeface=""/>
              </a:rPr>
              <a:t>initial position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36E6C84-3387-7BE9-650A-A58440153D05}"/>
              </a:ext>
            </a:extLst>
          </p:cNvPr>
          <p:cNvCxnSpPr>
            <a:cxnSpLocks/>
          </p:cNvCxnSpPr>
          <p:nvPr/>
        </p:nvCxnSpPr>
        <p:spPr>
          <a:xfrm>
            <a:off x="7590645" y="6616628"/>
            <a:ext cx="478604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EC144B2-61EA-8478-6281-AD269458FC43}"/>
              </a:ext>
            </a:extLst>
          </p:cNvPr>
          <p:cNvCxnSpPr>
            <a:cxnSpLocks/>
          </p:cNvCxnSpPr>
          <p:nvPr/>
        </p:nvCxnSpPr>
        <p:spPr>
          <a:xfrm>
            <a:off x="9428297" y="6603574"/>
            <a:ext cx="478604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6938C6E-384E-A364-6AD8-8DF1BD7539D6}"/>
              </a:ext>
            </a:extLst>
          </p:cNvPr>
          <p:cNvSpPr txBox="1"/>
          <p:nvPr/>
        </p:nvSpPr>
        <p:spPr>
          <a:xfrm>
            <a:off x="9906901" y="6463507"/>
            <a:ext cx="139385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dirty="0">
                <a:latin typeface=""/>
              </a:rPr>
              <a:t>later position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C030860-3185-15BD-18D2-7E5AC194AD6D}"/>
              </a:ext>
            </a:extLst>
          </p:cNvPr>
          <p:cNvCxnSpPr>
            <a:stCxn id="165" idx="0"/>
          </p:cNvCxnSpPr>
          <p:nvPr/>
        </p:nvCxnSpPr>
        <p:spPr>
          <a:xfrm flipH="1" flipV="1">
            <a:off x="5971233" y="2035605"/>
            <a:ext cx="1" cy="1173791"/>
          </a:xfrm>
          <a:prstGeom prst="line">
            <a:avLst/>
          </a:prstGeom>
          <a:ln w="19050"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6EF4F75-B0B2-C3B8-61B1-3B5A103F5473}"/>
              </a:ext>
            </a:extLst>
          </p:cNvPr>
          <p:cNvCxnSpPr>
            <a:cxnSpLocks/>
            <a:endCxn id="165" idx="2"/>
          </p:cNvCxnSpPr>
          <p:nvPr/>
        </p:nvCxnSpPr>
        <p:spPr>
          <a:xfrm flipV="1">
            <a:off x="5971234" y="4150519"/>
            <a:ext cx="0" cy="1159634"/>
          </a:xfrm>
          <a:prstGeom prst="line">
            <a:avLst/>
          </a:prstGeom>
          <a:ln w="19050"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601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1624</TotalTime>
  <Words>53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G. Pierce</dc:creator>
  <cp:lastModifiedBy>Ethan G. Pierce</cp:lastModifiedBy>
  <cp:revision>82</cp:revision>
  <cp:lastPrinted>2026-07-28T21:38:55Z</cp:lastPrinted>
  <dcterms:created xsi:type="dcterms:W3CDTF">2026-07-28T20:52:42Z</dcterms:created>
  <dcterms:modified xsi:type="dcterms:W3CDTF">2026-09-22T19:08:34Z</dcterms:modified>
</cp:coreProperties>
</file>